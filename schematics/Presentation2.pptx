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58" r:id="rId6"/>
    <p:sldId id="264" r:id="rId7"/>
    <p:sldId id="260" r:id="rId8"/>
    <p:sldId id="261" r:id="rId9"/>
    <p:sldId id="259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pos="3488" userDrawn="1">
          <p15:clr>
            <a:srgbClr val="A4A3A4"/>
          </p15:clr>
        </p15:guide>
        <p15:guide id="4" orient="horz" pos="2625" userDrawn="1">
          <p15:clr>
            <a:srgbClr val="A4A3A4"/>
          </p15:clr>
        </p15:guide>
        <p15:guide id="5" pos="799" userDrawn="1">
          <p15:clr>
            <a:srgbClr val="A4A3A4"/>
          </p15:clr>
        </p15:guide>
        <p15:guide id="6" pos="3362" userDrawn="1">
          <p15:clr>
            <a:srgbClr val="A4A3A4"/>
          </p15:clr>
        </p15:guide>
        <p15:guide id="7" orient="horz" pos="36" userDrawn="1">
          <p15:clr>
            <a:srgbClr val="A4A3A4"/>
          </p15:clr>
        </p15:guide>
        <p15:guide id="8" orient="horz" pos="943" userDrawn="1">
          <p15:clr>
            <a:srgbClr val="A4A3A4"/>
          </p15:clr>
        </p15:guide>
        <p15:guide id="9" orient="horz" pos="1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768FE7-C606-478F-B6F0-C054FCF4A6EB}" v="1" dt="2025-08-28T15:13:20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9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1074" y="-1356"/>
      </p:cViewPr>
      <p:guideLst>
        <p:guide pos="2160"/>
        <p:guide pos="3488"/>
        <p:guide orient="horz" pos="2625"/>
        <p:guide pos="799"/>
        <p:guide pos="3362"/>
        <p:guide orient="horz" pos="36"/>
        <p:guide orient="horz" pos="943"/>
        <p:guide orient="horz" pos="1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dy Grieves" userId="e9e16b52-a583-419c-91a9-3d5088247eae" providerId="ADAL" clId="{65CFEEC5-DAA1-4A9E-ACDE-F9E85EB39C1D}"/>
    <pc:docChg chg="undo custSel addSld modSld">
      <pc:chgData name="Roddy Grieves" userId="e9e16b52-a583-419c-91a9-3d5088247eae" providerId="ADAL" clId="{65CFEEC5-DAA1-4A9E-ACDE-F9E85EB39C1D}" dt="2025-04-09T17:32:49.721" v="3466" actId="20577"/>
      <pc:docMkLst>
        <pc:docMk/>
      </pc:docMkLst>
      <pc:sldChg chg="addSp delSp modSp mod">
        <pc:chgData name="Roddy Grieves" userId="e9e16b52-a583-419c-91a9-3d5088247eae" providerId="ADAL" clId="{65CFEEC5-DAA1-4A9E-ACDE-F9E85EB39C1D}" dt="2025-04-03T10:30:23.773" v="133" actId="21"/>
        <pc:sldMkLst>
          <pc:docMk/>
          <pc:sldMk cId="1515147522" sldId="256"/>
        </pc:sldMkLst>
      </pc:sldChg>
      <pc:sldChg chg="addSp delSp modSp new mod">
        <pc:chgData name="Roddy Grieves" userId="e9e16b52-a583-419c-91a9-3d5088247eae" providerId="ADAL" clId="{65CFEEC5-DAA1-4A9E-ACDE-F9E85EB39C1D}" dt="2025-04-09T17:30:46.083" v="3405" actId="20577"/>
        <pc:sldMkLst>
          <pc:docMk/>
          <pc:sldMk cId="1957394849" sldId="257"/>
        </pc:sldMkLst>
      </pc:sldChg>
      <pc:sldChg chg="addSp delSp modSp new mod">
        <pc:chgData name="Roddy Grieves" userId="e9e16b52-a583-419c-91a9-3d5088247eae" providerId="ADAL" clId="{65CFEEC5-DAA1-4A9E-ACDE-F9E85EB39C1D}" dt="2025-04-08T12:14:22.800" v="2696" actId="20577"/>
        <pc:sldMkLst>
          <pc:docMk/>
          <pc:sldMk cId="1276223217" sldId="258"/>
        </pc:sldMkLst>
      </pc:sldChg>
      <pc:sldChg chg="addSp delSp modSp add mod">
        <pc:chgData name="Roddy Grieves" userId="e9e16b52-a583-419c-91a9-3d5088247eae" providerId="ADAL" clId="{65CFEEC5-DAA1-4A9E-ACDE-F9E85EB39C1D}" dt="2025-04-08T12:19:08.175" v="2814" actId="1076"/>
        <pc:sldMkLst>
          <pc:docMk/>
          <pc:sldMk cId="1950697614" sldId="259"/>
        </pc:sldMkLst>
      </pc:sldChg>
      <pc:sldChg chg="addSp delSp modSp new mod">
        <pc:chgData name="Roddy Grieves" userId="e9e16b52-a583-419c-91a9-3d5088247eae" providerId="ADAL" clId="{65CFEEC5-DAA1-4A9E-ACDE-F9E85EB39C1D}" dt="2025-04-09T16:03:36.314" v="2858" actId="1036"/>
        <pc:sldMkLst>
          <pc:docMk/>
          <pc:sldMk cId="4136220393" sldId="260"/>
        </pc:sldMkLst>
      </pc:sldChg>
      <pc:sldChg chg="addSp delSp modSp new mod">
        <pc:chgData name="Roddy Grieves" userId="e9e16b52-a583-419c-91a9-3d5088247eae" providerId="ADAL" clId="{65CFEEC5-DAA1-4A9E-ACDE-F9E85EB39C1D}" dt="2025-04-09T16:15:26.377" v="2867" actId="14100"/>
        <pc:sldMkLst>
          <pc:docMk/>
          <pc:sldMk cId="560100472" sldId="261"/>
        </pc:sldMkLst>
      </pc:sldChg>
      <pc:sldChg chg="addSp delSp modSp add mod">
        <pc:chgData name="Roddy Grieves" userId="e9e16b52-a583-419c-91a9-3d5088247eae" providerId="ADAL" clId="{65CFEEC5-DAA1-4A9E-ACDE-F9E85EB39C1D}" dt="2025-04-09T17:30:41.930" v="3402" actId="20577"/>
        <pc:sldMkLst>
          <pc:docMk/>
          <pc:sldMk cId="783739231" sldId="262"/>
        </pc:sldMkLst>
      </pc:sldChg>
      <pc:sldChg chg="addSp delSp modSp new mod">
        <pc:chgData name="Roddy Grieves" userId="e9e16b52-a583-419c-91a9-3d5088247eae" providerId="ADAL" clId="{65CFEEC5-DAA1-4A9E-ACDE-F9E85EB39C1D}" dt="2025-04-09T17:32:49.721" v="3466" actId="20577"/>
        <pc:sldMkLst>
          <pc:docMk/>
          <pc:sldMk cId="1557305066" sldId="263"/>
        </pc:sldMkLst>
      </pc:sldChg>
    </pc:docChg>
  </pc:docChgLst>
  <pc:docChgLst>
    <pc:chgData name="Roddy Grieves" userId="e9e16b52-a583-419c-91a9-3d5088247eae" providerId="ADAL" clId="{E7768FE7-C606-478F-B6F0-C054FCF4A6EB}"/>
    <pc:docChg chg="undo custSel addSld modSld">
      <pc:chgData name="Roddy Grieves" userId="e9e16b52-a583-419c-91a9-3d5088247eae" providerId="ADAL" clId="{E7768FE7-C606-478F-B6F0-C054FCF4A6EB}" dt="2025-08-28T15:14:47.267" v="61" actId="14100"/>
      <pc:docMkLst>
        <pc:docMk/>
      </pc:docMkLst>
      <pc:sldChg chg="delSp modSp add mod">
        <pc:chgData name="Roddy Grieves" userId="e9e16b52-a583-419c-91a9-3d5088247eae" providerId="ADAL" clId="{E7768FE7-C606-478F-B6F0-C054FCF4A6EB}" dt="2025-08-28T15:14:47.267" v="61" actId="14100"/>
        <pc:sldMkLst>
          <pc:docMk/>
          <pc:sldMk cId="1655793141" sldId="264"/>
        </pc:sldMkLst>
        <pc:spChg chg="de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17" creationId="{A1A49E3A-98E0-761B-B300-643B066597E6}"/>
          </ac:spMkLst>
        </pc:spChg>
        <pc:spChg chg="del mod topLv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25" creationId="{4DEE440D-7ACC-2979-9122-97D3D925AA9C}"/>
          </ac:spMkLst>
        </pc:spChg>
        <pc:spChg chg="de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45" creationId="{04FF8178-76CD-51BF-C65C-50E389083C68}"/>
          </ac:spMkLst>
        </pc:spChg>
        <pc:spChg chg="de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52" creationId="{C29019E9-D576-ABE2-D0E3-E136A891A20A}"/>
          </ac:spMkLst>
        </pc:spChg>
        <pc:spChg chg="del mod topLv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62" creationId="{43781C6C-88C5-4D93-AA0D-07AE47035E4C}"/>
          </ac:spMkLst>
        </pc:spChg>
        <pc:spChg chg="del mod topLv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69" creationId="{978B3085-6C30-85DD-2863-2B37691A6452}"/>
          </ac:spMkLst>
        </pc:spChg>
        <pc:spChg chg="del mod topLv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76" creationId="{1C6796B3-94DA-E0EF-3561-81B3CC0B592B}"/>
          </ac:spMkLst>
        </pc:spChg>
        <pc:spChg chg="de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83" creationId="{F0090F97-4A36-06C4-68FF-43A37B1DAC0D}"/>
          </ac:spMkLst>
        </pc:spChg>
        <pc:spChg chg="de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90" creationId="{4C55F72B-F462-B476-F822-A7914D203368}"/>
          </ac:spMkLst>
        </pc:spChg>
        <pc:spChg chg="del mod topLv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97" creationId="{DD52B444-4F33-E5A1-DB47-66AB54D4CD2B}"/>
          </ac:spMkLst>
        </pc:spChg>
        <pc:spChg chg="del mod topLv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104" creationId="{CE4EF22A-EB6F-126E-BC56-871A2A9C7ACD}"/>
          </ac:spMkLst>
        </pc:spChg>
        <pc:spChg chg="de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110" creationId="{4B9827E5-BAA5-F57A-3CB4-8AD601C0A09C}"/>
          </ac:spMkLst>
        </pc:spChg>
        <pc:spChg chg="del mod topLv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116" creationId="{3ADDD327-074A-75E1-C099-228DF1E37D75}"/>
          </ac:spMkLst>
        </pc:spChg>
        <pc:spChg chg="del mod topLv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129" creationId="{58F9485A-4989-7795-4B55-DD5EACC010A9}"/>
          </ac:spMkLst>
        </pc:spChg>
        <pc:spChg chg="del mod topLv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137" creationId="{5586569C-1ECF-7533-06EB-1A8B36B855D9}"/>
          </ac:spMkLst>
        </pc:spChg>
        <pc:spChg chg="del">
          <ac:chgData name="Roddy Grieves" userId="e9e16b52-a583-419c-91a9-3d5088247eae" providerId="ADAL" clId="{E7768FE7-C606-478F-B6F0-C054FCF4A6EB}" dt="2025-08-28T15:13:53.797" v="17" actId="478"/>
          <ac:spMkLst>
            <pc:docMk/>
            <pc:sldMk cId="1655793141" sldId="264"/>
            <ac:spMk id="143" creationId="{A2A5491F-5DA0-10A4-0D2F-69269FF969B9}"/>
          </ac:spMkLst>
        </pc:spChg>
        <pc:spChg chg="del mod topLvl">
          <ac:chgData name="Roddy Grieves" userId="e9e16b52-a583-419c-91a9-3d5088247eae" providerId="ADAL" clId="{E7768FE7-C606-478F-B6F0-C054FCF4A6EB}" dt="2025-08-28T15:14:02.847" v="18" actId="478"/>
          <ac:spMkLst>
            <pc:docMk/>
            <pc:sldMk cId="1655793141" sldId="264"/>
            <ac:spMk id="153" creationId="{9D4CB6CD-A486-C9B2-7454-D1B78E5F74CF}"/>
          </ac:spMkLst>
        </pc:spChg>
        <pc:spChg chg="mod">
          <ac:chgData name="Roddy Grieves" userId="e9e16b52-a583-419c-91a9-3d5088247eae" providerId="ADAL" clId="{E7768FE7-C606-478F-B6F0-C054FCF4A6EB}" dt="2025-08-28T15:13:02.197" v="13" actId="2085"/>
          <ac:spMkLst>
            <pc:docMk/>
            <pc:sldMk cId="1655793141" sldId="264"/>
            <ac:spMk id="190" creationId="{FF76043A-3AC3-90DE-BE62-BE918C539781}"/>
          </ac:spMkLst>
        </pc:spChg>
        <pc:spChg chg="del">
          <ac:chgData name="Roddy Grieves" userId="e9e16b52-a583-419c-91a9-3d5088247eae" providerId="ADAL" clId="{E7768FE7-C606-478F-B6F0-C054FCF4A6EB}" dt="2025-08-28T15:12:47.232" v="8" actId="478"/>
          <ac:spMkLst>
            <pc:docMk/>
            <pc:sldMk cId="1655793141" sldId="264"/>
            <ac:spMk id="194" creationId="{A6D5DF9C-209D-0E1F-4F0C-16629A62409D}"/>
          </ac:spMkLst>
        </pc:spChg>
        <pc:spChg chg="del">
          <ac:chgData name="Roddy Grieves" userId="e9e16b52-a583-419c-91a9-3d5088247eae" providerId="ADAL" clId="{E7768FE7-C606-478F-B6F0-C054FCF4A6EB}" dt="2025-08-28T15:12:47.232" v="8" actId="478"/>
          <ac:spMkLst>
            <pc:docMk/>
            <pc:sldMk cId="1655793141" sldId="264"/>
            <ac:spMk id="195" creationId="{4B84B3C0-9445-878E-27C0-4CC686F017B3}"/>
          </ac:spMkLst>
        </pc:spChg>
        <pc:spChg chg="del">
          <ac:chgData name="Roddy Grieves" userId="e9e16b52-a583-419c-91a9-3d5088247eae" providerId="ADAL" clId="{E7768FE7-C606-478F-B6F0-C054FCF4A6EB}" dt="2025-08-28T15:12:45.560" v="7" actId="478"/>
          <ac:spMkLst>
            <pc:docMk/>
            <pc:sldMk cId="1655793141" sldId="264"/>
            <ac:spMk id="196" creationId="{6FE119BD-28A8-1930-3E15-56777667AECC}"/>
          </ac:spMkLst>
        </pc:spChg>
        <pc:spChg chg="del mod">
          <ac:chgData name="Roddy Grieves" userId="e9e16b52-a583-419c-91a9-3d5088247eae" providerId="ADAL" clId="{E7768FE7-C606-478F-B6F0-C054FCF4A6EB}" dt="2025-08-28T15:12:41.367" v="4" actId="478"/>
          <ac:spMkLst>
            <pc:docMk/>
            <pc:sldMk cId="1655793141" sldId="264"/>
            <ac:spMk id="197" creationId="{55C2AFE4-7454-CCF6-9DF5-A5B697EB8521}"/>
          </ac:spMkLst>
        </pc:spChg>
        <pc:spChg chg="del">
          <ac:chgData name="Roddy Grieves" userId="e9e16b52-a583-419c-91a9-3d5088247eae" providerId="ADAL" clId="{E7768FE7-C606-478F-B6F0-C054FCF4A6EB}" dt="2025-08-28T15:12:39.271" v="2" actId="478"/>
          <ac:spMkLst>
            <pc:docMk/>
            <pc:sldMk cId="1655793141" sldId="264"/>
            <ac:spMk id="198" creationId="{14BEAF1A-6A73-24CA-3F2B-405258B09F72}"/>
          </ac:spMkLst>
        </pc:spChg>
        <pc:spChg chg="del">
          <ac:chgData name="Roddy Grieves" userId="e9e16b52-a583-419c-91a9-3d5088247eae" providerId="ADAL" clId="{E7768FE7-C606-478F-B6F0-C054FCF4A6EB}" dt="2025-08-28T15:12:38.787" v="1" actId="478"/>
          <ac:spMkLst>
            <pc:docMk/>
            <pc:sldMk cId="1655793141" sldId="264"/>
            <ac:spMk id="199" creationId="{19C9A373-D1B1-1154-DB98-6C28773A64A0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0" creationId="{CBF82129-0A3B-4E9E-6CF8-EF58F26C707C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1" creationId="{C8659552-8809-17D1-ED1A-713CF991F058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2" creationId="{50EE7238-C446-707F-401C-1EC5D0C8C95F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3" creationId="{99432C08-4CB9-F3BE-CAD2-370CD2973D94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4" creationId="{23B8B86A-975E-B4D3-B7E0-5AA5BE46B3DE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5" creationId="{B518B8C9-3942-C095-B009-DB22DAB83100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6" creationId="{A6F51D70-EFBF-C0DB-77D2-D8805A116F41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7" creationId="{C579884C-8FF7-D78C-5348-2D59DE3009E2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8" creationId="{3BE05B7A-92A3-A436-F0CA-54B9F860BCD2}"/>
          </ac:spMkLst>
        </pc:spChg>
        <pc:spChg chg="del">
          <ac:chgData name="Roddy Grieves" userId="e9e16b52-a583-419c-91a9-3d5088247eae" providerId="ADAL" clId="{E7768FE7-C606-478F-B6F0-C054FCF4A6EB}" dt="2025-08-28T15:12:44.253" v="6" actId="478"/>
          <ac:spMkLst>
            <pc:docMk/>
            <pc:sldMk cId="1655793141" sldId="264"/>
            <ac:spMk id="209" creationId="{E5249B75-55A2-EE16-85D8-EA97D932761E}"/>
          </ac:spMkLst>
        </pc:spChg>
        <pc:spChg chg="del">
          <ac:chgData name="Roddy Grieves" userId="e9e16b52-a583-419c-91a9-3d5088247eae" providerId="ADAL" clId="{E7768FE7-C606-478F-B6F0-C054FCF4A6EB}" dt="2025-08-28T15:12:48.426" v="9" actId="478"/>
          <ac:spMkLst>
            <pc:docMk/>
            <pc:sldMk cId="1655793141" sldId="264"/>
            <ac:spMk id="210" creationId="{5EC74A93-D40F-5A8D-4102-5967A45BAAF8}"/>
          </ac:spMkLst>
        </pc:spChg>
        <pc:grpChg chg="del">
          <ac:chgData name="Roddy Grieves" userId="e9e16b52-a583-419c-91a9-3d5088247eae" providerId="ADAL" clId="{E7768FE7-C606-478F-B6F0-C054FCF4A6EB}" dt="2025-08-28T15:12:42.550" v="5" actId="478"/>
          <ac:grpSpMkLst>
            <pc:docMk/>
            <pc:sldMk cId="1655793141" sldId="264"/>
            <ac:grpSpMk id="32" creationId="{08236C2C-A9FB-C26C-12B7-9B1D35C1DA6A}"/>
          </ac:grpSpMkLst>
        </pc:grpChg>
        <pc:grpChg chg="mod">
          <ac:chgData name="Roddy Grieves" userId="e9e16b52-a583-419c-91a9-3d5088247eae" providerId="ADAL" clId="{E7768FE7-C606-478F-B6F0-C054FCF4A6EB}" dt="2025-08-28T15:13:13.890" v="15" actId="1076"/>
          <ac:grpSpMkLst>
            <pc:docMk/>
            <pc:sldMk cId="1655793141" sldId="264"/>
            <ac:grpSpMk id="56" creationId="{62FFD4C0-C3A9-1093-E045-B91B6AFC4548}"/>
          </ac:grpSpMkLst>
        </pc:grpChg>
        <pc:cxnChg chg="mod">
          <ac:chgData name="Roddy Grieves" userId="e9e16b52-a583-419c-91a9-3d5088247eae" providerId="ADAL" clId="{E7768FE7-C606-478F-B6F0-C054FCF4A6EB}" dt="2025-08-28T15:14:28.192" v="46" actId="1036"/>
          <ac:cxnSpMkLst>
            <pc:docMk/>
            <pc:sldMk cId="1655793141" sldId="264"/>
            <ac:cxnSpMk id="7" creationId="{FF610830-4188-73CF-1E06-FEE290FF629A}"/>
          </ac:cxnSpMkLst>
        </pc:cxnChg>
        <pc:cxnChg chg="mod">
          <ac:chgData name="Roddy Grieves" userId="e9e16b52-a583-419c-91a9-3d5088247eae" providerId="ADAL" clId="{E7768FE7-C606-478F-B6F0-C054FCF4A6EB}" dt="2025-08-28T15:14:28.192" v="46" actId="1036"/>
          <ac:cxnSpMkLst>
            <pc:docMk/>
            <pc:sldMk cId="1655793141" sldId="264"/>
            <ac:cxnSpMk id="8" creationId="{347FC9CE-F6D2-8183-C28C-4BE0E9546E8F}"/>
          </ac:cxnSpMkLst>
        </pc:cxnChg>
        <pc:cxnChg chg="mod">
          <ac:chgData name="Roddy Grieves" userId="e9e16b52-a583-419c-91a9-3d5088247eae" providerId="ADAL" clId="{E7768FE7-C606-478F-B6F0-C054FCF4A6EB}" dt="2025-08-28T15:14:29.647" v="50" actId="1036"/>
          <ac:cxnSpMkLst>
            <pc:docMk/>
            <pc:sldMk cId="1655793141" sldId="264"/>
            <ac:cxnSpMk id="9" creationId="{2C0847CF-1AE0-49F4-6982-C4B8A7FD94E9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72" creationId="{CBFEC17E-D29A-E068-EA11-1BEBD18238ED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85" creationId="{8832316D-33E3-F5B1-918E-67A72C49A7B6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88" creationId="{C0A6F5AC-D232-AC35-5FBB-45B5BB3E5F8A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99" creationId="{ACBA1466-DFA4-87B3-5E5B-76005CD7FDE5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106" creationId="{76AF649E-2953-19A7-D785-2831A61AB4F2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127" creationId="{0A0060DD-4A3F-7177-D051-8D50739C5F2D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136" creationId="{6722E056-2414-0E9F-0D0A-870F0C284937}"/>
          </ac:cxnSpMkLst>
        </pc:cxnChg>
        <pc:cxnChg chg="mod">
          <ac:chgData name="Roddy Grieves" userId="e9e16b52-a583-419c-91a9-3d5088247eae" providerId="ADAL" clId="{E7768FE7-C606-478F-B6F0-C054FCF4A6EB}" dt="2025-08-28T15:14:47.267" v="61" actId="14100"/>
          <ac:cxnSpMkLst>
            <pc:docMk/>
            <pc:sldMk cId="1655793141" sldId="264"/>
            <ac:cxnSpMk id="148" creationId="{BB7D60FC-C64F-0176-7FE9-01635FFA54DD}"/>
          </ac:cxnSpMkLst>
        </pc:cxnChg>
        <pc:cxnChg chg="mod">
          <ac:chgData name="Roddy Grieves" userId="e9e16b52-a583-419c-91a9-3d5088247eae" providerId="ADAL" clId="{E7768FE7-C606-478F-B6F0-C054FCF4A6EB}" dt="2025-08-28T15:14:32.449" v="58" actId="1035"/>
          <ac:cxnSpMkLst>
            <pc:docMk/>
            <pc:sldMk cId="1655793141" sldId="264"/>
            <ac:cxnSpMk id="150" creationId="{C4715161-81BF-E6C5-02BA-AAE1BA23EB8F}"/>
          </ac:cxnSpMkLst>
        </pc:cxnChg>
        <pc:cxnChg chg="mod">
          <ac:chgData name="Roddy Grieves" userId="e9e16b52-a583-419c-91a9-3d5088247eae" providerId="ADAL" clId="{E7768FE7-C606-478F-B6F0-C054FCF4A6EB}" dt="2025-08-28T15:14:23.218" v="42" actId="1035"/>
          <ac:cxnSpMkLst>
            <pc:docMk/>
            <pc:sldMk cId="1655793141" sldId="264"/>
            <ac:cxnSpMk id="151" creationId="{C200DBAB-74DC-1667-4307-63723ECF7D3A}"/>
          </ac:cxnSpMkLst>
        </pc:cxnChg>
        <pc:cxnChg chg="mod">
          <ac:chgData name="Roddy Grieves" userId="e9e16b52-a583-419c-91a9-3d5088247eae" providerId="ADAL" clId="{E7768FE7-C606-478F-B6F0-C054FCF4A6EB}" dt="2025-08-28T15:14:23.218" v="42" actId="1035"/>
          <ac:cxnSpMkLst>
            <pc:docMk/>
            <pc:sldMk cId="1655793141" sldId="264"/>
            <ac:cxnSpMk id="152" creationId="{0CB71E13-A5EB-155E-57FA-2AADAC661328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158" creationId="{47B31E11-232D-C2C9-30E9-625101E32712}"/>
          </ac:cxnSpMkLst>
        </pc:cxnChg>
        <pc:cxnChg chg="mod">
          <ac:chgData name="Roddy Grieves" userId="e9e16b52-a583-419c-91a9-3d5088247eae" providerId="ADAL" clId="{E7768FE7-C606-478F-B6F0-C054FCF4A6EB}" dt="2025-08-28T15:14:42.869" v="60" actId="14100"/>
          <ac:cxnSpMkLst>
            <pc:docMk/>
            <pc:sldMk cId="1655793141" sldId="264"/>
            <ac:cxnSpMk id="170" creationId="{6480DCD7-5A6B-DF3A-5105-8FCCE2B1BBE1}"/>
          </ac:cxnSpMkLst>
        </pc:cxnChg>
        <pc:cxnChg chg="mod">
          <ac:chgData name="Roddy Grieves" userId="e9e16b52-a583-419c-91a9-3d5088247eae" providerId="ADAL" clId="{E7768FE7-C606-478F-B6F0-C054FCF4A6EB}" dt="2025-08-28T15:14:14.409" v="34" actId="692"/>
          <ac:cxnSpMkLst>
            <pc:docMk/>
            <pc:sldMk cId="1655793141" sldId="264"/>
            <ac:cxnSpMk id="174" creationId="{C237E485-96A2-07D7-8DF2-DEF7FDF626A6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Tolman, Ritchie &amp; Kalish (1946)</c:v>
                </c:pt>
                <c:pt idx="1">
                  <c:v>Tolman (1948)</c:v>
                </c:pt>
                <c:pt idx="2">
                  <c:v>Gentry, Brown and Kaplan (1947)</c:v>
                </c:pt>
                <c:pt idx="3">
                  <c:v>Gentry, Brown and Lee (1948)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</c:v>
                </c:pt>
                <c:pt idx="1">
                  <c:v>4258</c:v>
                </c:pt>
                <c:pt idx="2">
                  <c:v>16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38-4BAD-A7FF-A5203CB1A0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"/>
        <c:overlap val="-9"/>
        <c:axId val="846130560"/>
        <c:axId val="846131040"/>
      </c:barChart>
      <c:catAx>
        <c:axId val="84613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6131040"/>
        <c:crosses val="autoZero"/>
        <c:auto val="1"/>
        <c:lblAlgn val="ctr"/>
        <c:lblOffset val="100"/>
        <c:noMultiLvlLbl val="0"/>
      </c:catAx>
      <c:valAx>
        <c:axId val="8461310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solidFill>
                      <a:schemeClr val="tx1"/>
                    </a:solidFill>
                  </a:rPr>
                  <a:t>Citations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6130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254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5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8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58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47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54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57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18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9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43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35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5E224-15B7-42ED-A1E0-ACE1F91754EC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040E0-1A0E-4542-8180-8403D67E0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4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49BD08-D1AD-D6D0-5787-BC9348D1D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013062"/>
              </p:ext>
            </p:extLst>
          </p:nvPr>
        </p:nvGraphicFramePr>
        <p:xfrm>
          <a:off x="373455" y="334979"/>
          <a:ext cx="2686616" cy="2643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514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B0951C-565D-71CC-8193-391A03B1C00C}"/>
              </a:ext>
            </a:extLst>
          </p:cNvPr>
          <p:cNvSpPr/>
          <p:nvPr/>
        </p:nvSpPr>
        <p:spPr>
          <a:xfrm>
            <a:off x="0" y="0"/>
            <a:ext cx="8238653" cy="495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Trapezoid 113">
            <a:extLst>
              <a:ext uri="{FF2B5EF4-FFF2-40B4-BE49-F238E27FC236}">
                <a16:creationId xmlns:a16="http://schemas.microsoft.com/office/drawing/2014/main" id="{0193BA3D-B423-618C-A86B-AEA91D1CDD1E}"/>
              </a:ext>
            </a:extLst>
          </p:cNvPr>
          <p:cNvSpPr/>
          <p:nvPr/>
        </p:nvSpPr>
        <p:spPr>
          <a:xfrm rot="16200000" flipH="1">
            <a:off x="2415564" y="4012225"/>
            <a:ext cx="359999" cy="704850"/>
          </a:xfrm>
          <a:prstGeom prst="trapezoid">
            <a:avLst/>
          </a:prstGeom>
          <a:pattFill prst="wdDnDiag">
            <a:fgClr>
              <a:srgbClr val="FFFF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Trapezoid 112">
            <a:extLst>
              <a:ext uri="{FF2B5EF4-FFF2-40B4-BE49-F238E27FC236}">
                <a16:creationId xmlns:a16="http://schemas.microsoft.com/office/drawing/2014/main" id="{A6E5078E-1E1D-4995-151A-AD185F737F24}"/>
              </a:ext>
            </a:extLst>
          </p:cNvPr>
          <p:cNvSpPr/>
          <p:nvPr/>
        </p:nvSpPr>
        <p:spPr>
          <a:xfrm rot="5400000">
            <a:off x="5859218" y="-822454"/>
            <a:ext cx="598962" cy="3219263"/>
          </a:xfrm>
          <a:prstGeom prst="trapezoid">
            <a:avLst/>
          </a:prstGeom>
          <a:pattFill prst="wdDnDiag">
            <a:fgClr>
              <a:srgbClr val="FFFF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Trapezoid 111">
            <a:extLst>
              <a:ext uri="{FF2B5EF4-FFF2-40B4-BE49-F238E27FC236}">
                <a16:creationId xmlns:a16="http://schemas.microsoft.com/office/drawing/2014/main" id="{B608C4E3-B4CF-F768-2C77-11517E2F0B17}"/>
              </a:ext>
            </a:extLst>
          </p:cNvPr>
          <p:cNvSpPr/>
          <p:nvPr/>
        </p:nvSpPr>
        <p:spPr>
          <a:xfrm rot="5400000">
            <a:off x="1778112" y="-826826"/>
            <a:ext cx="598962" cy="3219263"/>
          </a:xfrm>
          <a:prstGeom prst="trapezoid">
            <a:avLst/>
          </a:prstGeom>
          <a:pattFill prst="wdDnDiag">
            <a:fgClr>
              <a:srgbClr val="FFFF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138DAF-C568-4519-F892-B2737420901D}"/>
              </a:ext>
            </a:extLst>
          </p:cNvPr>
          <p:cNvCxnSpPr>
            <a:cxnSpLocks/>
          </p:cNvCxnSpPr>
          <p:nvPr/>
        </p:nvCxnSpPr>
        <p:spPr>
          <a:xfrm flipV="1">
            <a:off x="1269949" y="2836189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B5BC6A-5E93-5F8B-784B-FF97C9E3CEA7}"/>
              </a:ext>
            </a:extLst>
          </p:cNvPr>
          <p:cNvCxnSpPr>
            <a:cxnSpLocks/>
          </p:cNvCxnSpPr>
          <p:nvPr/>
        </p:nvCxnSpPr>
        <p:spPr>
          <a:xfrm flipH="1">
            <a:off x="467963" y="1492356"/>
            <a:ext cx="8019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813C7-8351-B622-7DBF-354A50D81BA4}"/>
              </a:ext>
            </a:extLst>
          </p:cNvPr>
          <p:cNvCxnSpPr>
            <a:cxnSpLocks/>
          </p:cNvCxnSpPr>
          <p:nvPr/>
        </p:nvCxnSpPr>
        <p:spPr>
          <a:xfrm>
            <a:off x="467963" y="791615"/>
            <a:ext cx="0" cy="7007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4550B4-8253-F146-6D9C-883EC994CD44}"/>
              </a:ext>
            </a:extLst>
          </p:cNvPr>
          <p:cNvSpPr/>
          <p:nvPr/>
        </p:nvSpPr>
        <p:spPr>
          <a:xfrm>
            <a:off x="1089949" y="4187870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7D2325A-7CDF-D67A-8544-C08A7E28476C}"/>
              </a:ext>
            </a:extLst>
          </p:cNvPr>
          <p:cNvSpPr/>
          <p:nvPr/>
        </p:nvSpPr>
        <p:spPr>
          <a:xfrm>
            <a:off x="3507224" y="611615"/>
            <a:ext cx="360000" cy="360000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17CF78-A3F9-34BE-5DB4-063A20E5E40E}"/>
              </a:ext>
            </a:extLst>
          </p:cNvPr>
          <p:cNvCxnSpPr>
            <a:cxnSpLocks/>
          </p:cNvCxnSpPr>
          <p:nvPr/>
        </p:nvCxnSpPr>
        <p:spPr>
          <a:xfrm flipV="1">
            <a:off x="5344705" y="2832968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0C04C-2270-5D1C-F691-18707501C78E}"/>
              </a:ext>
            </a:extLst>
          </p:cNvPr>
          <p:cNvSpPr/>
          <p:nvPr/>
        </p:nvSpPr>
        <p:spPr>
          <a:xfrm>
            <a:off x="7143107" y="608394"/>
            <a:ext cx="360000" cy="360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BC7D74-DFB6-1C93-F961-9E2FF86AE788}"/>
              </a:ext>
            </a:extLst>
          </p:cNvPr>
          <p:cNvSpPr/>
          <p:nvPr/>
        </p:nvSpPr>
        <p:spPr>
          <a:xfrm>
            <a:off x="5164705" y="4184649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091F3B34-832D-A2FF-1E53-9631568E8146}"/>
              </a:ext>
            </a:extLst>
          </p:cNvPr>
          <p:cNvSpPr/>
          <p:nvPr/>
        </p:nvSpPr>
        <p:spPr>
          <a:xfrm>
            <a:off x="7588330" y="608394"/>
            <a:ext cx="360000" cy="360000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D0904E-2456-3060-9D07-EC4BD43F6521}"/>
              </a:ext>
            </a:extLst>
          </p:cNvPr>
          <p:cNvCxnSpPr>
            <a:cxnSpLocks/>
          </p:cNvCxnSpPr>
          <p:nvPr/>
        </p:nvCxnSpPr>
        <p:spPr>
          <a:xfrm rot="5400000" flipV="1">
            <a:off x="4672788" y="2213685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D443DAA-7970-A55A-ED04-C97450BB3801}"/>
              </a:ext>
            </a:extLst>
          </p:cNvPr>
          <p:cNvCxnSpPr>
            <a:cxnSpLocks/>
          </p:cNvCxnSpPr>
          <p:nvPr/>
        </p:nvCxnSpPr>
        <p:spPr>
          <a:xfrm rot="5400000" flipV="1">
            <a:off x="6018963" y="2213498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922574-DF57-BC59-5B64-A34B2337CB44}"/>
              </a:ext>
            </a:extLst>
          </p:cNvPr>
          <p:cNvCxnSpPr>
            <a:cxnSpLocks/>
          </p:cNvCxnSpPr>
          <p:nvPr/>
        </p:nvCxnSpPr>
        <p:spPr>
          <a:xfrm rot="4800000" flipV="1">
            <a:off x="6008755" y="2096821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BE12A8-A7DC-65B9-0192-A7B14AB43904}"/>
              </a:ext>
            </a:extLst>
          </p:cNvPr>
          <p:cNvCxnSpPr>
            <a:cxnSpLocks/>
          </p:cNvCxnSpPr>
          <p:nvPr/>
        </p:nvCxnSpPr>
        <p:spPr>
          <a:xfrm rot="4200000" flipV="1">
            <a:off x="5978441" y="1983689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5EE3DF-0B2B-7BFE-EFD7-7D53FEDE9715}"/>
              </a:ext>
            </a:extLst>
          </p:cNvPr>
          <p:cNvCxnSpPr>
            <a:cxnSpLocks/>
          </p:cNvCxnSpPr>
          <p:nvPr/>
        </p:nvCxnSpPr>
        <p:spPr>
          <a:xfrm rot="3600000" flipV="1">
            <a:off x="5928943" y="1877540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565A63-1708-BA36-1BD0-8D5648569CA4}"/>
              </a:ext>
            </a:extLst>
          </p:cNvPr>
          <p:cNvCxnSpPr>
            <a:cxnSpLocks/>
          </p:cNvCxnSpPr>
          <p:nvPr/>
        </p:nvCxnSpPr>
        <p:spPr>
          <a:xfrm rot="3000000" flipV="1">
            <a:off x="5861764" y="1781598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36ECD6-B497-7FC2-784B-D1CFBE15543B}"/>
              </a:ext>
            </a:extLst>
          </p:cNvPr>
          <p:cNvCxnSpPr>
            <a:cxnSpLocks/>
          </p:cNvCxnSpPr>
          <p:nvPr/>
        </p:nvCxnSpPr>
        <p:spPr>
          <a:xfrm rot="2400000" flipV="1">
            <a:off x="5778946" y="1698780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1D4C82-1D11-E406-522A-CE639BBA37DB}"/>
              </a:ext>
            </a:extLst>
          </p:cNvPr>
          <p:cNvCxnSpPr>
            <a:cxnSpLocks/>
          </p:cNvCxnSpPr>
          <p:nvPr/>
        </p:nvCxnSpPr>
        <p:spPr>
          <a:xfrm rot="1200000" flipV="1">
            <a:off x="5576855" y="1582103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77B9ED-2F0F-691C-AD93-5162F3BC8A5F}"/>
              </a:ext>
            </a:extLst>
          </p:cNvPr>
          <p:cNvCxnSpPr>
            <a:cxnSpLocks/>
          </p:cNvCxnSpPr>
          <p:nvPr/>
        </p:nvCxnSpPr>
        <p:spPr>
          <a:xfrm rot="1800000" flipV="1">
            <a:off x="5683005" y="1631601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83A3474-5210-1846-4CF0-8B868FB802F3}"/>
              </a:ext>
            </a:extLst>
          </p:cNvPr>
          <p:cNvCxnSpPr>
            <a:cxnSpLocks/>
          </p:cNvCxnSpPr>
          <p:nvPr/>
        </p:nvCxnSpPr>
        <p:spPr>
          <a:xfrm rot="600000" flipV="1">
            <a:off x="5463724" y="1551789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3DC390-06F5-CEBF-76B7-0FCC64CCDAAD}"/>
              </a:ext>
            </a:extLst>
          </p:cNvPr>
          <p:cNvCxnSpPr>
            <a:cxnSpLocks/>
          </p:cNvCxnSpPr>
          <p:nvPr/>
        </p:nvCxnSpPr>
        <p:spPr>
          <a:xfrm rot="16800000" flipH="1" flipV="1">
            <a:off x="4685309" y="2096790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CA731A-E85C-C2DA-B2C9-14B9E3BA3F4D}"/>
              </a:ext>
            </a:extLst>
          </p:cNvPr>
          <p:cNvCxnSpPr>
            <a:cxnSpLocks/>
          </p:cNvCxnSpPr>
          <p:nvPr/>
        </p:nvCxnSpPr>
        <p:spPr>
          <a:xfrm rot="17400000" flipH="1" flipV="1">
            <a:off x="4715623" y="1983658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A2971F3-FDC9-59AF-3C32-A69206FD6FE6}"/>
              </a:ext>
            </a:extLst>
          </p:cNvPr>
          <p:cNvCxnSpPr>
            <a:cxnSpLocks/>
          </p:cNvCxnSpPr>
          <p:nvPr/>
        </p:nvCxnSpPr>
        <p:spPr>
          <a:xfrm rot="18000000" flipH="1" flipV="1">
            <a:off x="4765121" y="1877509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817CEEB-DFFC-07E2-4C27-087FC32E9734}"/>
              </a:ext>
            </a:extLst>
          </p:cNvPr>
          <p:cNvCxnSpPr>
            <a:cxnSpLocks/>
          </p:cNvCxnSpPr>
          <p:nvPr/>
        </p:nvCxnSpPr>
        <p:spPr>
          <a:xfrm rot="18600000" flipH="1" flipV="1">
            <a:off x="4832300" y="1781567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1AAD612-1E33-2CE0-F660-2F9AD557CC02}"/>
              </a:ext>
            </a:extLst>
          </p:cNvPr>
          <p:cNvCxnSpPr>
            <a:cxnSpLocks/>
          </p:cNvCxnSpPr>
          <p:nvPr/>
        </p:nvCxnSpPr>
        <p:spPr>
          <a:xfrm rot="19200000" flipH="1" flipV="1">
            <a:off x="4915118" y="1698749"/>
            <a:ext cx="0" cy="13438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1C51EA0-B6AF-C6AD-94DE-78B80265A68B}"/>
              </a:ext>
            </a:extLst>
          </p:cNvPr>
          <p:cNvCxnSpPr>
            <a:cxnSpLocks/>
          </p:cNvCxnSpPr>
          <p:nvPr/>
        </p:nvCxnSpPr>
        <p:spPr>
          <a:xfrm rot="20400000" flipH="1" flipV="1">
            <a:off x="5117209" y="1582072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E673658-BA0C-A730-7E7E-463970E1B9A5}"/>
              </a:ext>
            </a:extLst>
          </p:cNvPr>
          <p:cNvCxnSpPr>
            <a:cxnSpLocks/>
          </p:cNvCxnSpPr>
          <p:nvPr/>
        </p:nvCxnSpPr>
        <p:spPr>
          <a:xfrm rot="19800000" flipH="1" flipV="1">
            <a:off x="5011059" y="1631570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9EDFAA-3981-41B6-A37C-EC5CF85BB6F6}"/>
              </a:ext>
            </a:extLst>
          </p:cNvPr>
          <p:cNvCxnSpPr>
            <a:cxnSpLocks/>
          </p:cNvCxnSpPr>
          <p:nvPr/>
        </p:nvCxnSpPr>
        <p:spPr>
          <a:xfrm rot="21000000" flipH="1" flipV="1">
            <a:off x="5230340" y="1551758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E0C4A6F-131A-53C6-6C7A-B153F3F02BBA}"/>
              </a:ext>
            </a:extLst>
          </p:cNvPr>
          <p:cNvCxnSpPr>
            <a:cxnSpLocks/>
          </p:cNvCxnSpPr>
          <p:nvPr/>
        </p:nvCxnSpPr>
        <p:spPr>
          <a:xfrm flipV="1">
            <a:off x="5252630" y="1914802"/>
            <a:ext cx="184150" cy="62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F034A4F-274F-A991-4C94-2657A729D485}"/>
              </a:ext>
            </a:extLst>
          </p:cNvPr>
          <p:cNvCxnSpPr>
            <a:cxnSpLocks/>
          </p:cNvCxnSpPr>
          <p:nvPr/>
        </p:nvCxnSpPr>
        <p:spPr>
          <a:xfrm rot="2400000" flipV="1">
            <a:off x="6635236" y="679015"/>
            <a:ext cx="0" cy="1343833"/>
          </a:xfrm>
          <a:prstGeom prst="line">
            <a:avLst/>
          </a:prstGeom>
          <a:ln>
            <a:solidFill>
              <a:schemeClr val="accent2"/>
            </a:solidFill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512259D-F1DC-D3E3-00FB-3CEBC6A0F963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467962" y="791615"/>
            <a:ext cx="2600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34ED9E0-9D2E-389C-DA33-AE5A0C418DC8}"/>
              </a:ext>
            </a:extLst>
          </p:cNvPr>
          <p:cNvSpPr/>
          <p:nvPr/>
        </p:nvSpPr>
        <p:spPr>
          <a:xfrm>
            <a:off x="3068350" y="611615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8ECFD0-9A01-E413-E296-7A41BF3C97C3}"/>
              </a:ext>
            </a:extLst>
          </p:cNvPr>
          <p:cNvCxnSpPr>
            <a:cxnSpLocks/>
          </p:cNvCxnSpPr>
          <p:nvPr/>
        </p:nvCxnSpPr>
        <p:spPr>
          <a:xfrm flipV="1">
            <a:off x="6376483" y="923279"/>
            <a:ext cx="1303097" cy="1098304"/>
          </a:xfrm>
          <a:prstGeom prst="line">
            <a:avLst/>
          </a:prstGeom>
          <a:ln>
            <a:solidFill>
              <a:schemeClr val="accent2"/>
            </a:solidFill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34BA8FD-5DDD-5DB5-ED39-EC5BD0F4BE0B}"/>
              </a:ext>
            </a:extLst>
          </p:cNvPr>
          <p:cNvSpPr txBox="1"/>
          <p:nvPr/>
        </p:nvSpPr>
        <p:spPr>
          <a:xfrm>
            <a:off x="6618097" y="2754693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96C421-B7C4-A4EF-F7D9-064F52F41BC5}"/>
              </a:ext>
            </a:extLst>
          </p:cNvPr>
          <p:cNvSpPr txBox="1"/>
          <p:nvPr/>
        </p:nvSpPr>
        <p:spPr>
          <a:xfrm>
            <a:off x="6599276" y="2506722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A2A598-776E-54F9-9ADD-8B1349BF1F59}"/>
              </a:ext>
            </a:extLst>
          </p:cNvPr>
          <p:cNvSpPr txBox="1"/>
          <p:nvPr/>
        </p:nvSpPr>
        <p:spPr>
          <a:xfrm>
            <a:off x="6534638" y="2287856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4C4C09-0531-3EC6-0F97-BB5420E6428F}"/>
              </a:ext>
            </a:extLst>
          </p:cNvPr>
          <p:cNvSpPr txBox="1"/>
          <p:nvPr/>
        </p:nvSpPr>
        <p:spPr>
          <a:xfrm>
            <a:off x="6434674" y="2049189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BA3100-5A32-0954-979B-1ABB1BEBCC92}"/>
              </a:ext>
            </a:extLst>
          </p:cNvPr>
          <p:cNvSpPr txBox="1"/>
          <p:nvPr/>
        </p:nvSpPr>
        <p:spPr>
          <a:xfrm>
            <a:off x="6288391" y="1848998"/>
            <a:ext cx="363382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5</a:t>
            </a:r>
            <a:r>
              <a:rPr lang="en-GB" sz="1100" baseline="30000" dirty="0">
                <a:latin typeface="Leelawadee" panose="020B0502040204020203" pitchFamily="34" charset="-34"/>
                <a:cs typeface="Leelawadee" panose="020B0502040204020203" pitchFamily="34" charset="-34"/>
              </a:rPr>
              <a:t>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72AA4-85AD-E8F3-D9DE-66284ADC82CB}"/>
              </a:ext>
            </a:extLst>
          </p:cNvPr>
          <p:cNvSpPr txBox="1"/>
          <p:nvPr/>
        </p:nvSpPr>
        <p:spPr>
          <a:xfrm>
            <a:off x="6112128" y="1680613"/>
            <a:ext cx="398712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6</a:t>
            </a:r>
            <a:r>
              <a:rPr lang="en-GB" sz="1100" baseline="30000" dirty="0">
                <a:latin typeface="Leelawadee" panose="020B0502040204020203" pitchFamily="34" charset="-34"/>
                <a:cs typeface="Leelawadee" panose="020B0502040204020203" pitchFamily="34" charset="-34"/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9BE10A-A19A-1992-B5B5-7913D1327412}"/>
              </a:ext>
            </a:extLst>
          </p:cNvPr>
          <p:cNvSpPr txBox="1"/>
          <p:nvPr/>
        </p:nvSpPr>
        <p:spPr>
          <a:xfrm>
            <a:off x="5923522" y="1523983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E046D0-C5CE-9489-7C03-76B4D241467A}"/>
              </a:ext>
            </a:extLst>
          </p:cNvPr>
          <p:cNvSpPr txBox="1"/>
          <p:nvPr/>
        </p:nvSpPr>
        <p:spPr>
          <a:xfrm>
            <a:off x="5465355" y="1362409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9E4D1-16A0-E3F5-E37B-A884E663CBFA}"/>
              </a:ext>
            </a:extLst>
          </p:cNvPr>
          <p:cNvSpPr txBox="1"/>
          <p:nvPr/>
        </p:nvSpPr>
        <p:spPr>
          <a:xfrm>
            <a:off x="5697739" y="1420315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15C01C-DF27-31FC-CAD6-7ABC6F7D3FEA}"/>
              </a:ext>
            </a:extLst>
          </p:cNvPr>
          <p:cNvSpPr txBox="1"/>
          <p:nvPr/>
        </p:nvSpPr>
        <p:spPr>
          <a:xfrm>
            <a:off x="3688904" y="2751670"/>
            <a:ext cx="400370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18*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777F3D-A399-FCA6-605F-8BB5E7D2C5C6}"/>
              </a:ext>
            </a:extLst>
          </p:cNvPr>
          <p:cNvSpPr txBox="1"/>
          <p:nvPr/>
        </p:nvSpPr>
        <p:spPr>
          <a:xfrm>
            <a:off x="4942448" y="1369759"/>
            <a:ext cx="341600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8E16B6-7759-FFD5-4F03-EFF082951499}"/>
              </a:ext>
            </a:extLst>
          </p:cNvPr>
          <p:cNvSpPr txBox="1"/>
          <p:nvPr/>
        </p:nvSpPr>
        <p:spPr>
          <a:xfrm>
            <a:off x="3720843" y="2498083"/>
            <a:ext cx="399961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17*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E40D53-1ADB-33C9-1151-1F510495AD4D}"/>
              </a:ext>
            </a:extLst>
          </p:cNvPr>
          <p:cNvSpPr txBox="1"/>
          <p:nvPr/>
        </p:nvSpPr>
        <p:spPr>
          <a:xfrm>
            <a:off x="3789753" y="2262617"/>
            <a:ext cx="423223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16*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A30F51-DF03-649E-0042-9AA1AE3F6B7B}"/>
              </a:ext>
            </a:extLst>
          </p:cNvPr>
          <p:cNvSpPr txBox="1"/>
          <p:nvPr/>
        </p:nvSpPr>
        <p:spPr>
          <a:xfrm>
            <a:off x="3892347" y="2044084"/>
            <a:ext cx="408602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15*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8C3DBB-9DC3-1FAB-F9EF-C589034CE046}"/>
              </a:ext>
            </a:extLst>
          </p:cNvPr>
          <p:cNvSpPr txBox="1"/>
          <p:nvPr/>
        </p:nvSpPr>
        <p:spPr>
          <a:xfrm>
            <a:off x="4240037" y="1658837"/>
            <a:ext cx="407900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13*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399DF6-161B-3184-2CB5-824ECE77F93E}"/>
              </a:ext>
            </a:extLst>
          </p:cNvPr>
          <p:cNvSpPr txBox="1"/>
          <p:nvPr/>
        </p:nvSpPr>
        <p:spPr>
          <a:xfrm>
            <a:off x="4062656" y="1826382"/>
            <a:ext cx="421408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14*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67310D-52F6-5276-0F4F-7210CAC72FBB}"/>
              </a:ext>
            </a:extLst>
          </p:cNvPr>
          <p:cNvSpPr txBox="1"/>
          <p:nvPr/>
        </p:nvSpPr>
        <p:spPr>
          <a:xfrm>
            <a:off x="4493653" y="1521431"/>
            <a:ext cx="359772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6FF62E-79E9-72CE-F72B-6E845DF1D0DD}"/>
              </a:ext>
            </a:extLst>
          </p:cNvPr>
          <p:cNvSpPr txBox="1"/>
          <p:nvPr/>
        </p:nvSpPr>
        <p:spPr>
          <a:xfrm>
            <a:off x="4713662" y="1431830"/>
            <a:ext cx="341599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4ED856-857B-F992-26DF-E4A522830EB0}"/>
              </a:ext>
            </a:extLst>
          </p:cNvPr>
          <p:cNvSpPr txBox="1"/>
          <p:nvPr/>
        </p:nvSpPr>
        <p:spPr>
          <a:xfrm>
            <a:off x="630958" y="149500"/>
            <a:ext cx="127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Leelawadee" panose="020B0502040204020203" pitchFamily="34" charset="-34"/>
                <a:cs typeface="Leelawadee" panose="020B0502040204020203" pitchFamily="34" charset="-34"/>
              </a:rPr>
              <a:t>Training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774095-8667-57B0-0A37-DB8D1393E3EB}"/>
              </a:ext>
            </a:extLst>
          </p:cNvPr>
          <p:cNvSpPr txBox="1"/>
          <p:nvPr/>
        </p:nvSpPr>
        <p:spPr>
          <a:xfrm>
            <a:off x="4539385" y="149500"/>
            <a:ext cx="160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Leelawadee" panose="020B0502040204020203" pitchFamily="34" charset="-34"/>
                <a:cs typeface="Leelawadee" panose="020B0502040204020203" pitchFamily="34" charset="-34"/>
              </a:rPr>
              <a:t>Test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CE650CD-AB10-29A7-6D56-FF10C6C3EA58}"/>
              </a:ext>
            </a:extLst>
          </p:cNvPr>
          <p:cNvCxnSpPr>
            <a:cxnSpLocks/>
          </p:cNvCxnSpPr>
          <p:nvPr/>
        </p:nvCxnSpPr>
        <p:spPr>
          <a:xfrm>
            <a:off x="2114549" y="2925040"/>
            <a:ext cx="268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E677056F-E271-013B-BDFE-144F72D9F87F}"/>
              </a:ext>
            </a:extLst>
          </p:cNvPr>
          <p:cNvSpPr/>
          <p:nvPr/>
        </p:nvSpPr>
        <p:spPr>
          <a:xfrm>
            <a:off x="2120467" y="3057352"/>
            <a:ext cx="256149" cy="2616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A961510-414F-91BA-5A67-90BFD3EF6CB8}"/>
              </a:ext>
            </a:extLst>
          </p:cNvPr>
          <p:cNvSpPr/>
          <p:nvPr/>
        </p:nvSpPr>
        <p:spPr>
          <a:xfrm>
            <a:off x="2120466" y="3450515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66749B-0F2A-0445-D1B2-9AEC8BAF5DE2}"/>
              </a:ext>
            </a:extLst>
          </p:cNvPr>
          <p:cNvSpPr/>
          <p:nvPr/>
        </p:nvSpPr>
        <p:spPr>
          <a:xfrm>
            <a:off x="2114549" y="3842934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0" name="Diamond 89">
            <a:extLst>
              <a:ext uri="{FF2B5EF4-FFF2-40B4-BE49-F238E27FC236}">
                <a16:creationId xmlns:a16="http://schemas.microsoft.com/office/drawing/2014/main" id="{D60F0FF8-D3BA-A4A5-AE8C-120071117757}"/>
              </a:ext>
            </a:extLst>
          </p:cNvPr>
          <p:cNvSpPr/>
          <p:nvPr/>
        </p:nvSpPr>
        <p:spPr>
          <a:xfrm>
            <a:off x="2089148" y="4196620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7A347C8-78BE-EABB-CCDA-BBC1A03E0A9F}"/>
              </a:ext>
            </a:extLst>
          </p:cNvPr>
          <p:cNvSpPr txBox="1"/>
          <p:nvPr/>
        </p:nvSpPr>
        <p:spPr>
          <a:xfrm>
            <a:off x="2370316" y="2753859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Alleys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2C360BB-D737-ECBB-7369-827D57EDFF84}"/>
              </a:ext>
            </a:extLst>
          </p:cNvPr>
          <p:cNvSpPr txBox="1"/>
          <p:nvPr/>
        </p:nvSpPr>
        <p:spPr>
          <a:xfrm>
            <a:off x="2370316" y="3059908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Platform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D381D23-3B5A-4CA9-DED6-08714C7D852D}"/>
              </a:ext>
            </a:extLst>
          </p:cNvPr>
          <p:cNvSpPr txBox="1"/>
          <p:nvPr/>
        </p:nvSpPr>
        <p:spPr>
          <a:xfrm>
            <a:off x="2370316" y="3446929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Start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6DEBC7-1C0E-1A42-6913-7989E9C84593}"/>
              </a:ext>
            </a:extLst>
          </p:cNvPr>
          <p:cNvSpPr txBox="1"/>
          <p:nvPr/>
        </p:nvSpPr>
        <p:spPr>
          <a:xfrm>
            <a:off x="2370316" y="3839647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Reward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2F5E7B5-1752-E8D6-3F73-CC8EF033C981}"/>
              </a:ext>
            </a:extLst>
          </p:cNvPr>
          <p:cNvSpPr txBox="1"/>
          <p:nvPr/>
        </p:nvSpPr>
        <p:spPr>
          <a:xfrm>
            <a:off x="2370316" y="4225532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Light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81B675-00B8-CAFB-7CA8-60A73437AEF1}"/>
              </a:ext>
            </a:extLst>
          </p:cNvPr>
          <p:cNvSpPr/>
          <p:nvPr/>
        </p:nvSpPr>
        <p:spPr>
          <a:xfrm>
            <a:off x="5164705" y="2706219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57BF77B-E29A-6F04-7A3F-2C3A72D51961}"/>
              </a:ext>
            </a:extLst>
          </p:cNvPr>
          <p:cNvCxnSpPr>
            <a:cxnSpLocks/>
          </p:cNvCxnSpPr>
          <p:nvPr/>
        </p:nvCxnSpPr>
        <p:spPr>
          <a:xfrm flipV="1">
            <a:off x="5347971" y="1945606"/>
            <a:ext cx="0" cy="941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7FA8149-4D9F-8443-1C9F-834EAF63B333}"/>
              </a:ext>
            </a:extLst>
          </p:cNvPr>
          <p:cNvSpPr/>
          <p:nvPr/>
        </p:nvSpPr>
        <p:spPr>
          <a:xfrm>
            <a:off x="1089949" y="2709440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B05DF5-24D3-603B-95A5-9B61893AB648}"/>
              </a:ext>
            </a:extLst>
          </p:cNvPr>
          <p:cNvCxnSpPr>
            <a:cxnSpLocks/>
          </p:cNvCxnSpPr>
          <p:nvPr/>
        </p:nvCxnSpPr>
        <p:spPr>
          <a:xfrm flipV="1">
            <a:off x="1269949" y="1492356"/>
            <a:ext cx="0" cy="13901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4D0FA16-1400-B42B-F18D-4AD309DC2F9D}"/>
              </a:ext>
            </a:extLst>
          </p:cNvPr>
          <p:cNvSpPr txBox="1"/>
          <p:nvPr/>
        </p:nvSpPr>
        <p:spPr>
          <a:xfrm>
            <a:off x="2018796" y="2465424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>
                <a:latin typeface="Leelawadee" panose="020B0502040204020203" pitchFamily="34" charset="-34"/>
                <a:cs typeface="Leelawadee" panose="020B0502040204020203" pitchFamily="34" charset="-34"/>
              </a:rPr>
              <a:t>not to scale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96B7AF4-20C0-DBBD-1D6D-B15E1D5657B4}"/>
              </a:ext>
            </a:extLst>
          </p:cNvPr>
          <p:cNvSpPr txBox="1"/>
          <p:nvPr/>
        </p:nvSpPr>
        <p:spPr>
          <a:xfrm>
            <a:off x="3733800" y="2997574"/>
            <a:ext cx="1418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*shorter arms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A83535-918E-4F6C-018D-EB235367AB7C}"/>
              </a:ext>
            </a:extLst>
          </p:cNvPr>
          <p:cNvSpPr txBox="1"/>
          <p:nvPr/>
        </p:nvSpPr>
        <p:spPr>
          <a:xfrm>
            <a:off x="5594054" y="3058481"/>
            <a:ext cx="1627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aseline="300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a</a:t>
            </a:r>
            <a:r>
              <a:rPr lang="en-GB" sz="11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most</a:t>
            </a:r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 direct to 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106FBD6-587F-2B4A-9A22-466FE1382AE5}"/>
              </a:ext>
            </a:extLst>
          </p:cNvPr>
          <p:cNvSpPr txBox="1"/>
          <p:nvPr/>
        </p:nvSpPr>
        <p:spPr>
          <a:xfrm>
            <a:off x="5609486" y="3347697"/>
            <a:ext cx="1533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aseline="300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b</a:t>
            </a:r>
            <a:r>
              <a:rPr lang="en-GB" sz="11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most</a:t>
            </a:r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 direct to 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BE61683-7940-1606-26C8-51E77F75FCE0}"/>
              </a:ext>
            </a:extLst>
          </p:cNvPr>
          <p:cNvSpPr txBox="1"/>
          <p:nvPr/>
        </p:nvSpPr>
        <p:spPr>
          <a:xfrm>
            <a:off x="1047418" y="3978045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C82182A-D7CB-B448-67D5-4E5572721C27}"/>
              </a:ext>
            </a:extLst>
          </p:cNvPr>
          <p:cNvSpPr txBox="1"/>
          <p:nvPr/>
        </p:nvSpPr>
        <p:spPr>
          <a:xfrm>
            <a:off x="1047418" y="3034490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B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04253E-6A8C-F457-AF9B-7A2A63ECDFDA}"/>
              </a:ext>
            </a:extLst>
          </p:cNvPr>
          <p:cNvSpPr txBox="1"/>
          <p:nvPr/>
        </p:nvSpPr>
        <p:spPr>
          <a:xfrm>
            <a:off x="1047418" y="2513960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AE8E5BF-8680-CD01-FB49-AFB2F6500921}"/>
              </a:ext>
            </a:extLst>
          </p:cNvPr>
          <p:cNvSpPr txBox="1"/>
          <p:nvPr/>
        </p:nvSpPr>
        <p:spPr>
          <a:xfrm>
            <a:off x="1192076" y="1290438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D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358790C-6326-1158-965A-80658ED0F435}"/>
              </a:ext>
            </a:extLst>
          </p:cNvPr>
          <p:cNvSpPr txBox="1"/>
          <p:nvPr/>
        </p:nvSpPr>
        <p:spPr>
          <a:xfrm>
            <a:off x="264820" y="1473394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47FE167-B7D3-91A2-CD4B-99A1438D90F3}"/>
              </a:ext>
            </a:extLst>
          </p:cNvPr>
          <p:cNvSpPr txBox="1"/>
          <p:nvPr/>
        </p:nvSpPr>
        <p:spPr>
          <a:xfrm>
            <a:off x="264820" y="613921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7B4C029-52AF-2ACE-489E-753A3A0117D6}"/>
              </a:ext>
            </a:extLst>
          </p:cNvPr>
          <p:cNvCxnSpPr>
            <a:cxnSpLocks/>
          </p:cNvCxnSpPr>
          <p:nvPr/>
        </p:nvCxnSpPr>
        <p:spPr>
          <a:xfrm>
            <a:off x="2111200" y="2847257"/>
            <a:ext cx="2686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3C8F294-C565-6378-A870-336696475865}"/>
              </a:ext>
            </a:extLst>
          </p:cNvPr>
          <p:cNvSpPr txBox="1"/>
          <p:nvPr/>
        </p:nvSpPr>
        <p:spPr>
          <a:xfrm>
            <a:off x="2829307" y="573031"/>
            <a:ext cx="359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5739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EA54-7AA4-745D-A783-59860244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>
            <a:extLst>
              <a:ext uri="{FF2B5EF4-FFF2-40B4-BE49-F238E27FC236}">
                <a16:creationId xmlns:a16="http://schemas.microsoft.com/office/drawing/2014/main" id="{DEF1D2EB-A365-0323-CFF9-864126F5876C}"/>
              </a:ext>
            </a:extLst>
          </p:cNvPr>
          <p:cNvSpPr/>
          <p:nvPr/>
        </p:nvSpPr>
        <p:spPr>
          <a:xfrm>
            <a:off x="-662939" y="1554233"/>
            <a:ext cx="7688580" cy="51430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DA56A2-1302-DD6C-2205-DA1EFD5D3619}"/>
              </a:ext>
            </a:extLst>
          </p:cNvPr>
          <p:cNvCxnSpPr>
            <a:cxnSpLocks/>
          </p:cNvCxnSpPr>
          <p:nvPr/>
        </p:nvCxnSpPr>
        <p:spPr>
          <a:xfrm flipV="1">
            <a:off x="491355" y="4882272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AD9A59-04C5-5B16-EB8E-1CDA28CDBF72}"/>
              </a:ext>
            </a:extLst>
          </p:cNvPr>
          <p:cNvCxnSpPr>
            <a:cxnSpLocks/>
          </p:cNvCxnSpPr>
          <p:nvPr/>
        </p:nvCxnSpPr>
        <p:spPr>
          <a:xfrm flipH="1">
            <a:off x="-310631" y="3538439"/>
            <a:ext cx="8019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FEBD5-CD55-8085-0D45-30DC49D931A3}"/>
              </a:ext>
            </a:extLst>
          </p:cNvPr>
          <p:cNvCxnSpPr>
            <a:cxnSpLocks/>
          </p:cNvCxnSpPr>
          <p:nvPr/>
        </p:nvCxnSpPr>
        <p:spPr>
          <a:xfrm>
            <a:off x="-310631" y="2837698"/>
            <a:ext cx="0" cy="7007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D1ABC9A-408E-91C8-7990-39DC1E355EE8}"/>
              </a:ext>
            </a:extLst>
          </p:cNvPr>
          <p:cNvSpPr/>
          <p:nvPr/>
        </p:nvSpPr>
        <p:spPr>
          <a:xfrm>
            <a:off x="311355" y="6233953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E13D6D-6AE3-3DD9-51B9-1945B04E0474}"/>
              </a:ext>
            </a:extLst>
          </p:cNvPr>
          <p:cNvCxnSpPr>
            <a:cxnSpLocks/>
          </p:cNvCxnSpPr>
          <p:nvPr/>
        </p:nvCxnSpPr>
        <p:spPr>
          <a:xfrm flipV="1">
            <a:off x="4566111" y="4879051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4D4B6A1-2928-9418-460F-E430010F8C07}"/>
              </a:ext>
            </a:extLst>
          </p:cNvPr>
          <p:cNvSpPr/>
          <p:nvPr/>
        </p:nvSpPr>
        <p:spPr>
          <a:xfrm>
            <a:off x="4386111" y="6230732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C98002-9DD3-A603-B9E3-11AC937F270D}"/>
              </a:ext>
            </a:extLst>
          </p:cNvPr>
          <p:cNvCxnSpPr>
            <a:cxnSpLocks/>
          </p:cNvCxnSpPr>
          <p:nvPr/>
        </p:nvCxnSpPr>
        <p:spPr>
          <a:xfrm rot="5400000" flipV="1">
            <a:off x="3894194" y="4259768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7F1875-3F61-56F4-62CA-8DAEB293D6D4}"/>
              </a:ext>
            </a:extLst>
          </p:cNvPr>
          <p:cNvCxnSpPr>
            <a:cxnSpLocks/>
          </p:cNvCxnSpPr>
          <p:nvPr/>
        </p:nvCxnSpPr>
        <p:spPr>
          <a:xfrm rot="5400000" flipV="1">
            <a:off x="5240369" y="4259581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3F7E307-2934-F290-71EA-AF6163E01661}"/>
              </a:ext>
            </a:extLst>
          </p:cNvPr>
          <p:cNvCxnSpPr>
            <a:cxnSpLocks/>
          </p:cNvCxnSpPr>
          <p:nvPr/>
        </p:nvCxnSpPr>
        <p:spPr>
          <a:xfrm flipV="1">
            <a:off x="4474036" y="3960885"/>
            <a:ext cx="184150" cy="62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EB3E9ED-87CF-6D87-988D-8EDD9B04A9BD}"/>
              </a:ext>
            </a:extLst>
          </p:cNvPr>
          <p:cNvCxnSpPr>
            <a:cxnSpLocks/>
          </p:cNvCxnSpPr>
          <p:nvPr/>
        </p:nvCxnSpPr>
        <p:spPr>
          <a:xfrm flipV="1">
            <a:off x="5545146" y="3071813"/>
            <a:ext cx="865179" cy="884230"/>
          </a:xfrm>
          <a:prstGeom prst="line">
            <a:avLst/>
          </a:prstGeom>
          <a:ln>
            <a:solidFill>
              <a:schemeClr val="accent2"/>
            </a:solidFill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B85DC35-6197-5F75-0921-7642EBD190E3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-310632" y="2837698"/>
            <a:ext cx="2600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7850446-4B39-A2D1-1E71-CA6914CBCBD5}"/>
              </a:ext>
            </a:extLst>
          </p:cNvPr>
          <p:cNvSpPr/>
          <p:nvPr/>
        </p:nvSpPr>
        <p:spPr>
          <a:xfrm>
            <a:off x="2289756" y="2657698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</a:t>
            </a:r>
            <a:r>
              <a:rPr lang="en-GB" sz="1400" baseline="-25000" dirty="0">
                <a:solidFill>
                  <a:schemeClr val="tx1"/>
                </a:solidFill>
              </a:rPr>
              <a:t>1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7054C0-6C86-DCE2-67C5-C5A75815B3A9}"/>
              </a:ext>
            </a:extLst>
          </p:cNvPr>
          <p:cNvSpPr txBox="1"/>
          <p:nvPr/>
        </p:nvSpPr>
        <p:spPr>
          <a:xfrm>
            <a:off x="5839503" y="4800776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9CAAC8-440F-27AC-D799-F6713E7DC54E}"/>
              </a:ext>
            </a:extLst>
          </p:cNvPr>
          <p:cNvSpPr txBox="1"/>
          <p:nvPr/>
        </p:nvSpPr>
        <p:spPr>
          <a:xfrm>
            <a:off x="2900787" y="4797753"/>
            <a:ext cx="400370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3C1EF2-A6E1-EE8D-D1ED-896ADC14B061}"/>
              </a:ext>
            </a:extLst>
          </p:cNvPr>
          <p:cNvSpPr txBox="1"/>
          <p:nvPr/>
        </p:nvSpPr>
        <p:spPr>
          <a:xfrm>
            <a:off x="-147636" y="1554233"/>
            <a:ext cx="127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Leelawadee" panose="020B0502040204020203" pitchFamily="34" charset="-34"/>
                <a:cs typeface="Leelawadee" panose="020B0502040204020203" pitchFamily="34" charset="-34"/>
              </a:rPr>
              <a:t>Training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E3C3A4-F56C-A5B9-6CEF-CE20291D0ED4}"/>
              </a:ext>
            </a:extLst>
          </p:cNvPr>
          <p:cNvSpPr txBox="1"/>
          <p:nvPr/>
        </p:nvSpPr>
        <p:spPr>
          <a:xfrm>
            <a:off x="3760791" y="1554233"/>
            <a:ext cx="160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Leelawadee" panose="020B0502040204020203" pitchFamily="34" charset="-34"/>
                <a:cs typeface="Leelawadee" panose="020B0502040204020203" pitchFamily="34" charset="-34"/>
              </a:rPr>
              <a:t>Test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FAF8A2-83BA-E396-DA0C-94C0C528DA3E}"/>
              </a:ext>
            </a:extLst>
          </p:cNvPr>
          <p:cNvCxnSpPr>
            <a:cxnSpLocks/>
          </p:cNvCxnSpPr>
          <p:nvPr/>
        </p:nvCxnSpPr>
        <p:spPr>
          <a:xfrm>
            <a:off x="1335955" y="4971123"/>
            <a:ext cx="268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32A68401-221B-BFBC-5AAB-89B00CF73DFB}"/>
              </a:ext>
            </a:extLst>
          </p:cNvPr>
          <p:cNvSpPr/>
          <p:nvPr/>
        </p:nvSpPr>
        <p:spPr>
          <a:xfrm>
            <a:off x="1341873" y="5103435"/>
            <a:ext cx="256149" cy="2616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F6A408E-8DC9-4761-42EC-6D5A4AAE21EA}"/>
              </a:ext>
            </a:extLst>
          </p:cNvPr>
          <p:cNvSpPr/>
          <p:nvPr/>
        </p:nvSpPr>
        <p:spPr>
          <a:xfrm>
            <a:off x="1341872" y="5496598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6F6FE6D-44A7-DF9F-30D5-129288EAF8AA}"/>
              </a:ext>
            </a:extLst>
          </p:cNvPr>
          <p:cNvSpPr/>
          <p:nvPr/>
        </p:nvSpPr>
        <p:spPr>
          <a:xfrm>
            <a:off x="1335955" y="5889017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97B133-C9A1-E940-9C6E-D9FE03C1210D}"/>
              </a:ext>
            </a:extLst>
          </p:cNvPr>
          <p:cNvSpPr txBox="1"/>
          <p:nvPr/>
        </p:nvSpPr>
        <p:spPr>
          <a:xfrm>
            <a:off x="1591722" y="4799942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Alleys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0FD501-7B33-43BE-5CC4-7771697D462D}"/>
              </a:ext>
            </a:extLst>
          </p:cNvPr>
          <p:cNvSpPr txBox="1"/>
          <p:nvPr/>
        </p:nvSpPr>
        <p:spPr>
          <a:xfrm>
            <a:off x="1591722" y="5105991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Amphitheatre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283ABE-B5B4-B531-D688-A4004EDBD88B}"/>
              </a:ext>
            </a:extLst>
          </p:cNvPr>
          <p:cNvSpPr txBox="1"/>
          <p:nvPr/>
        </p:nvSpPr>
        <p:spPr>
          <a:xfrm>
            <a:off x="1591722" y="5493012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Start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5B242CF-C1DB-E6CC-591C-2F60AC05C5E0}"/>
              </a:ext>
            </a:extLst>
          </p:cNvPr>
          <p:cNvSpPr txBox="1"/>
          <p:nvPr/>
        </p:nvSpPr>
        <p:spPr>
          <a:xfrm>
            <a:off x="1591722" y="5885730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Reward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61B75D-7CC9-C7F1-1F68-121D702E5466}"/>
              </a:ext>
            </a:extLst>
          </p:cNvPr>
          <p:cNvCxnSpPr>
            <a:cxnSpLocks/>
          </p:cNvCxnSpPr>
          <p:nvPr/>
        </p:nvCxnSpPr>
        <p:spPr>
          <a:xfrm flipV="1">
            <a:off x="4569377" y="3991689"/>
            <a:ext cx="0" cy="941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B9B5B4-BE2C-B462-23E2-89C0CE8CD9C7}"/>
              </a:ext>
            </a:extLst>
          </p:cNvPr>
          <p:cNvCxnSpPr>
            <a:cxnSpLocks/>
          </p:cNvCxnSpPr>
          <p:nvPr/>
        </p:nvCxnSpPr>
        <p:spPr>
          <a:xfrm flipV="1">
            <a:off x="491355" y="3538439"/>
            <a:ext cx="0" cy="13901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EA822A0-FC9F-C342-57FB-D9041C6BC405}"/>
              </a:ext>
            </a:extLst>
          </p:cNvPr>
          <p:cNvSpPr txBox="1"/>
          <p:nvPr/>
        </p:nvSpPr>
        <p:spPr>
          <a:xfrm>
            <a:off x="1240202" y="4511507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>
                <a:latin typeface="Leelawadee" panose="020B0502040204020203" pitchFamily="34" charset="-34"/>
                <a:cs typeface="Leelawadee" panose="020B0502040204020203" pitchFamily="34" charset="-34"/>
              </a:rPr>
              <a:t>not to scale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F7E6B7B-EED8-9897-3C6E-2296EF980C97}"/>
              </a:ext>
            </a:extLst>
          </p:cNvPr>
          <p:cNvSpPr txBox="1"/>
          <p:nvPr/>
        </p:nvSpPr>
        <p:spPr>
          <a:xfrm>
            <a:off x="4815460" y="5104564"/>
            <a:ext cx="1627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aseline="300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a</a:t>
            </a:r>
            <a:r>
              <a:rPr lang="en-GB" sz="11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most</a:t>
            </a:r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 direct to R</a:t>
            </a:r>
            <a:r>
              <a:rPr lang="en-GB" sz="1100" baseline="-25000" dirty="0">
                <a:latin typeface="Leelawadee" panose="020B0502040204020203" pitchFamily="34" charset="-34"/>
                <a:cs typeface="Leelawadee" panose="020B0502040204020203" pitchFamily="34" charset="-34"/>
              </a:rPr>
              <a:t>1</a:t>
            </a:r>
            <a:endParaRPr lang="en-GB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B3F404C-6A41-53BB-65E3-55FD0CCFE443}"/>
              </a:ext>
            </a:extLst>
          </p:cNvPr>
          <p:cNvSpPr txBox="1"/>
          <p:nvPr/>
        </p:nvSpPr>
        <p:spPr>
          <a:xfrm>
            <a:off x="4830892" y="5393780"/>
            <a:ext cx="1533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aseline="300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b</a:t>
            </a:r>
            <a:r>
              <a:rPr lang="en-GB" sz="1100" dirty="0" err="1">
                <a:latin typeface="Leelawadee" panose="020B0502040204020203" pitchFamily="34" charset="-34"/>
                <a:cs typeface="Leelawadee" panose="020B0502040204020203" pitchFamily="34" charset="-34"/>
              </a:rPr>
              <a:t>most</a:t>
            </a:r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 direct to R</a:t>
            </a:r>
            <a:r>
              <a:rPr lang="en-GB" sz="1100" baseline="-25000" dirty="0">
                <a:latin typeface="Leelawadee" panose="020B0502040204020203" pitchFamily="34" charset="-34"/>
                <a:cs typeface="Leelawadee" panose="020B0502040204020203" pitchFamily="34" charset="-34"/>
              </a:rPr>
              <a:t>2</a:t>
            </a:r>
            <a:endParaRPr lang="en-GB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2E6FE03-74B2-9931-7FDA-1B199FAD356C}"/>
              </a:ext>
            </a:extLst>
          </p:cNvPr>
          <p:cNvCxnSpPr>
            <a:cxnSpLocks/>
          </p:cNvCxnSpPr>
          <p:nvPr/>
        </p:nvCxnSpPr>
        <p:spPr>
          <a:xfrm>
            <a:off x="1332606" y="4893340"/>
            <a:ext cx="2686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E0CED3-5E24-25B0-C97D-A3DF62CCF635}"/>
              </a:ext>
            </a:extLst>
          </p:cNvPr>
          <p:cNvGrpSpPr/>
          <p:nvPr/>
        </p:nvGrpSpPr>
        <p:grpSpPr>
          <a:xfrm>
            <a:off x="4370514" y="3603932"/>
            <a:ext cx="1517738" cy="1410958"/>
            <a:chOff x="4370514" y="3603932"/>
            <a:chExt cx="1517738" cy="141095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E402FCE-569B-7412-EBE8-A3DB99761AE6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4741219" y="3603932"/>
              <a:ext cx="0" cy="13438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9A2CB5D-C32F-BDF6-8334-89B4EC2FC12A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4903273" y="3671057"/>
              <a:ext cx="0" cy="13438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63C58B-40DD-EFBD-8D4F-7F0A2B420509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5042431" y="3777837"/>
              <a:ext cx="0" cy="13438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E4BC053-4F69-4F5B-39F1-55379783F10C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5149211" y="3916996"/>
              <a:ext cx="0" cy="13438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291AAD-3460-68C1-D32F-BA82A9454C1C}"/>
                </a:ext>
              </a:extLst>
            </p:cNvPr>
            <p:cNvCxnSpPr>
              <a:cxnSpLocks/>
            </p:cNvCxnSpPr>
            <p:nvPr/>
          </p:nvCxnSpPr>
          <p:spPr>
            <a:xfrm rot="4500000" flipV="1">
              <a:off x="5216336" y="4079049"/>
              <a:ext cx="0" cy="13438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3233E0-2317-F4C1-7996-0EA076ED6B4A}"/>
              </a:ext>
            </a:extLst>
          </p:cNvPr>
          <p:cNvCxnSpPr>
            <a:cxnSpLocks/>
          </p:cNvCxnSpPr>
          <p:nvPr/>
        </p:nvCxnSpPr>
        <p:spPr>
          <a:xfrm rot="20700000" flipH="1" flipV="1">
            <a:off x="4395956" y="3601549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327984-DAA5-BBB9-61EF-4C9CDED70D06}"/>
              </a:ext>
            </a:extLst>
          </p:cNvPr>
          <p:cNvCxnSpPr>
            <a:cxnSpLocks/>
          </p:cNvCxnSpPr>
          <p:nvPr/>
        </p:nvCxnSpPr>
        <p:spPr>
          <a:xfrm rot="19800000" flipH="1" flipV="1">
            <a:off x="4233902" y="3668674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47800B-CD77-1B1C-5EA0-2CAB8FF80F51}"/>
              </a:ext>
            </a:extLst>
          </p:cNvPr>
          <p:cNvCxnSpPr>
            <a:cxnSpLocks/>
          </p:cNvCxnSpPr>
          <p:nvPr/>
        </p:nvCxnSpPr>
        <p:spPr>
          <a:xfrm rot="18900000" flipH="1" flipV="1">
            <a:off x="4094744" y="3775454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30573D2-B6FA-C814-D5FF-4A9220FAD8D5}"/>
              </a:ext>
            </a:extLst>
          </p:cNvPr>
          <p:cNvCxnSpPr>
            <a:cxnSpLocks/>
          </p:cNvCxnSpPr>
          <p:nvPr/>
        </p:nvCxnSpPr>
        <p:spPr>
          <a:xfrm rot="18000000" flipH="1" flipV="1">
            <a:off x="3987964" y="3914613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823C94-45B0-615A-303A-69458602D292}"/>
              </a:ext>
            </a:extLst>
          </p:cNvPr>
          <p:cNvCxnSpPr>
            <a:cxnSpLocks/>
          </p:cNvCxnSpPr>
          <p:nvPr/>
        </p:nvCxnSpPr>
        <p:spPr>
          <a:xfrm rot="17100000" flipH="1" flipV="1">
            <a:off x="3920839" y="4076666"/>
            <a:ext cx="0" cy="1343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A17F548-8565-56EB-4563-E8CC9520F7FB}"/>
              </a:ext>
            </a:extLst>
          </p:cNvPr>
          <p:cNvSpPr/>
          <p:nvPr/>
        </p:nvSpPr>
        <p:spPr>
          <a:xfrm>
            <a:off x="4386111" y="4752302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AEB48A-3594-2376-7D99-FB7B0DB0BB6F}"/>
              </a:ext>
            </a:extLst>
          </p:cNvPr>
          <p:cNvSpPr txBox="1"/>
          <p:nvPr/>
        </p:nvSpPr>
        <p:spPr>
          <a:xfrm>
            <a:off x="5798369" y="4422926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81BEC1-263B-1871-61C5-1D64D8ED4218}"/>
              </a:ext>
            </a:extLst>
          </p:cNvPr>
          <p:cNvSpPr txBox="1"/>
          <p:nvPr/>
        </p:nvSpPr>
        <p:spPr>
          <a:xfrm>
            <a:off x="5663995" y="4070864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9C2342-BEF9-A585-C8CC-98D80F7F1A62}"/>
              </a:ext>
            </a:extLst>
          </p:cNvPr>
          <p:cNvSpPr txBox="1"/>
          <p:nvPr/>
        </p:nvSpPr>
        <p:spPr>
          <a:xfrm>
            <a:off x="5434724" y="3786917"/>
            <a:ext cx="361858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4</a:t>
            </a:r>
            <a:r>
              <a:rPr lang="en-GB" sz="1100" baseline="30000" dirty="0">
                <a:latin typeface="Leelawadee" panose="020B0502040204020203" pitchFamily="34" charset="-34"/>
                <a:cs typeface="Leelawadee" panose="020B0502040204020203" pitchFamily="34" charset="-34"/>
              </a:rPr>
              <a:t>a</a:t>
            </a:r>
            <a:endParaRPr lang="en-GB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FE6402-92E0-CE50-43D6-103A36B0F1E1}"/>
              </a:ext>
            </a:extLst>
          </p:cNvPr>
          <p:cNvSpPr txBox="1"/>
          <p:nvPr/>
        </p:nvSpPr>
        <p:spPr>
          <a:xfrm>
            <a:off x="4809092" y="3420168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4256DB-F693-DB96-DC78-0CD9E99D26FA}"/>
              </a:ext>
            </a:extLst>
          </p:cNvPr>
          <p:cNvSpPr txBox="1"/>
          <p:nvPr/>
        </p:nvSpPr>
        <p:spPr>
          <a:xfrm>
            <a:off x="4085375" y="3407634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753A61-FEE7-5276-A9DF-4A42194D69E7}"/>
              </a:ext>
            </a:extLst>
          </p:cNvPr>
          <p:cNvSpPr txBox="1"/>
          <p:nvPr/>
        </p:nvSpPr>
        <p:spPr>
          <a:xfrm>
            <a:off x="3742840" y="3557501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7F51B8-84E8-9E80-3301-2ABA6A317300}"/>
              </a:ext>
            </a:extLst>
          </p:cNvPr>
          <p:cNvSpPr txBox="1"/>
          <p:nvPr/>
        </p:nvSpPr>
        <p:spPr>
          <a:xfrm>
            <a:off x="3454661" y="3778649"/>
            <a:ext cx="29705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A1102-FD75-40C2-B148-6CB839BDBA1C}"/>
              </a:ext>
            </a:extLst>
          </p:cNvPr>
          <p:cNvSpPr txBox="1"/>
          <p:nvPr/>
        </p:nvSpPr>
        <p:spPr>
          <a:xfrm>
            <a:off x="2934338" y="4410008"/>
            <a:ext cx="419498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CEC142-CC6D-6F94-3AE1-67DBC74E0A06}"/>
              </a:ext>
            </a:extLst>
          </p:cNvPr>
          <p:cNvSpPr txBox="1"/>
          <p:nvPr/>
        </p:nvSpPr>
        <p:spPr>
          <a:xfrm>
            <a:off x="3148011" y="4077106"/>
            <a:ext cx="350504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10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51304EF-20B3-E3BE-4E52-57BDABF952DC}"/>
              </a:ext>
            </a:extLst>
          </p:cNvPr>
          <p:cNvCxnSpPr>
            <a:cxnSpLocks/>
          </p:cNvCxnSpPr>
          <p:nvPr/>
        </p:nvCxnSpPr>
        <p:spPr>
          <a:xfrm flipV="1">
            <a:off x="2469789" y="2195583"/>
            <a:ext cx="0" cy="458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F4A6F94-843F-5362-B43F-E90D9489FE17}"/>
              </a:ext>
            </a:extLst>
          </p:cNvPr>
          <p:cNvSpPr/>
          <p:nvPr/>
        </p:nvSpPr>
        <p:spPr>
          <a:xfrm>
            <a:off x="2289756" y="1835704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</a:t>
            </a:r>
            <a:r>
              <a:rPr lang="en-GB" sz="1400" baseline="-25000" dirty="0">
                <a:solidFill>
                  <a:schemeClr val="tx1"/>
                </a:solidFill>
              </a:rPr>
              <a:t>2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6D4107-CC78-C3B9-38AD-D8F5896E0080}"/>
              </a:ext>
            </a:extLst>
          </p:cNvPr>
          <p:cNvSpPr/>
          <p:nvPr/>
        </p:nvSpPr>
        <p:spPr>
          <a:xfrm>
            <a:off x="311355" y="4755523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8AA2586-FC0C-F99F-286A-0AC773600589}"/>
              </a:ext>
            </a:extLst>
          </p:cNvPr>
          <p:cNvCxnSpPr>
            <a:cxnSpLocks/>
          </p:cNvCxnSpPr>
          <p:nvPr/>
        </p:nvCxnSpPr>
        <p:spPr>
          <a:xfrm flipV="1">
            <a:off x="6544544" y="2184943"/>
            <a:ext cx="0" cy="4588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261301-613E-DC4F-F52D-2A1736ECBED0}"/>
              </a:ext>
            </a:extLst>
          </p:cNvPr>
          <p:cNvSpPr/>
          <p:nvPr/>
        </p:nvSpPr>
        <p:spPr>
          <a:xfrm>
            <a:off x="6364511" y="1825064"/>
            <a:ext cx="360000" cy="360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R</a:t>
            </a:r>
            <a:r>
              <a:rPr lang="en-GB" sz="1400" baseline="-25000" dirty="0">
                <a:solidFill>
                  <a:schemeClr val="bg1">
                    <a:lumMod val="75000"/>
                  </a:schemeClr>
                </a:solidFill>
              </a:rPr>
              <a:t>2</a:t>
            </a:r>
            <a:endParaRPr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3E7C40E-75DB-20F3-7202-5B953050EA5D}"/>
              </a:ext>
            </a:extLst>
          </p:cNvPr>
          <p:cNvSpPr/>
          <p:nvPr/>
        </p:nvSpPr>
        <p:spPr>
          <a:xfrm>
            <a:off x="6364511" y="2650981"/>
            <a:ext cx="360000" cy="360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R</a:t>
            </a:r>
            <a:r>
              <a:rPr lang="en-GB" sz="1400" baseline="-25000" dirty="0">
                <a:solidFill>
                  <a:schemeClr val="bg1">
                    <a:lumMod val="75000"/>
                  </a:schemeClr>
                </a:solidFill>
              </a:rPr>
              <a:t>1</a:t>
            </a:r>
            <a:endParaRPr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B73F53A-F59C-DA9A-16CF-D69DA87A7D23}"/>
              </a:ext>
            </a:extLst>
          </p:cNvPr>
          <p:cNvCxnSpPr>
            <a:cxnSpLocks/>
          </p:cNvCxnSpPr>
          <p:nvPr/>
        </p:nvCxnSpPr>
        <p:spPr>
          <a:xfrm flipV="1">
            <a:off x="5293710" y="1971675"/>
            <a:ext cx="985646" cy="1710103"/>
          </a:xfrm>
          <a:prstGeom prst="line">
            <a:avLst/>
          </a:prstGeom>
          <a:ln>
            <a:solidFill>
              <a:schemeClr val="accent2"/>
            </a:solidFill>
            <a:prstDash val="sysDot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15AE932-3646-4E67-3CD4-A0B2BC6F56E1}"/>
              </a:ext>
            </a:extLst>
          </p:cNvPr>
          <p:cNvSpPr txBox="1"/>
          <p:nvPr/>
        </p:nvSpPr>
        <p:spPr>
          <a:xfrm>
            <a:off x="5146316" y="3558501"/>
            <a:ext cx="344352" cy="26161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5</a:t>
            </a:r>
            <a:r>
              <a:rPr lang="en-GB" sz="1100" baseline="30000" dirty="0">
                <a:latin typeface="Leelawadee" panose="020B0502040204020203" pitchFamily="34" charset="-34"/>
                <a:cs typeface="Leelawadee" panose="020B0502040204020203" pitchFamily="34" charset="-34"/>
              </a:rPr>
              <a:t>b</a:t>
            </a:r>
            <a:endParaRPr lang="en-GB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8373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>
            <a:extLst>
              <a:ext uri="{FF2B5EF4-FFF2-40B4-BE49-F238E27FC236}">
                <a16:creationId xmlns:a16="http://schemas.microsoft.com/office/drawing/2014/main" id="{B38156FF-FF67-B71C-C099-9AC6A2E58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8239"/>
            <a:ext cx="3429000" cy="2063492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55344685-0A36-F96F-A384-1C00DE9D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" y="3689300"/>
            <a:ext cx="3192780" cy="215044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10E69B9D-EDAD-C552-13B5-E25CA1E142A2}"/>
              </a:ext>
            </a:extLst>
          </p:cNvPr>
          <p:cNvSpPr txBox="1"/>
          <p:nvPr/>
        </p:nvSpPr>
        <p:spPr>
          <a:xfrm>
            <a:off x="118110" y="3421380"/>
            <a:ext cx="3192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Young et al. (1967)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CD70DAA-0C01-25A9-B8C0-895194683608}"/>
              </a:ext>
            </a:extLst>
          </p:cNvPr>
          <p:cNvSpPr txBox="1"/>
          <p:nvPr/>
        </p:nvSpPr>
        <p:spPr>
          <a:xfrm>
            <a:off x="118110" y="950970"/>
            <a:ext cx="3192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Tolman et al. (1946)</a:t>
            </a:r>
          </a:p>
        </p:txBody>
      </p:sp>
    </p:spTree>
    <p:extLst>
      <p:ext uri="{BB962C8B-B14F-4D97-AF65-F5344CB8AC3E}">
        <p14:creationId xmlns:p14="http://schemas.microsoft.com/office/powerpoint/2010/main" val="155730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D8DF0F6-2E3C-6D8A-F38D-8779C7B363C2}"/>
              </a:ext>
            </a:extLst>
          </p:cNvPr>
          <p:cNvGrpSpPr/>
          <p:nvPr/>
        </p:nvGrpSpPr>
        <p:grpSpPr>
          <a:xfrm>
            <a:off x="1202064" y="4255690"/>
            <a:ext cx="1404767" cy="868733"/>
            <a:chOff x="1202064" y="4255690"/>
            <a:chExt cx="1404767" cy="86873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385F706-C84B-5101-89A8-F768D6771D04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5AC7BC8-D7A0-2CD2-F15E-AF582C3F69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062B41A-F3F1-0ADD-408F-F7042759F4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DC343D7-41BB-81CE-6A8A-4C15F97033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56D5D2-4B31-06C4-7414-9BC7D22745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Decision 16">
              <a:extLst>
                <a:ext uri="{FF2B5EF4-FFF2-40B4-BE49-F238E27FC236}">
                  <a16:creationId xmlns:a16="http://schemas.microsoft.com/office/drawing/2014/main" id="{01248D91-3404-F34E-E07D-CFF6AB553FF4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A3A0CD-1E99-04CC-25CD-F92A75CAFF34}"/>
              </a:ext>
            </a:extLst>
          </p:cNvPr>
          <p:cNvGrpSpPr/>
          <p:nvPr/>
        </p:nvGrpSpPr>
        <p:grpSpPr>
          <a:xfrm>
            <a:off x="1967083" y="4304899"/>
            <a:ext cx="1314280" cy="868733"/>
            <a:chOff x="1971845" y="4314423"/>
            <a:chExt cx="1314280" cy="86873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6BC2A0-8A2E-4099-2796-B97BE5638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1125" y="458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599153-0CC4-EA4B-81B1-A247EC055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1125" y="431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218D91-4132-4AD9-1637-072DE7DABD9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611125" y="498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5F179AA-9DD7-98AE-8F81-51C1E751574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275181" y="485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E8738E4-C9DC-00D3-2B6F-7A25BA76637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016125" y="485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Decision 24">
              <a:extLst>
                <a:ext uri="{FF2B5EF4-FFF2-40B4-BE49-F238E27FC236}">
                  <a16:creationId xmlns:a16="http://schemas.microsoft.com/office/drawing/2014/main" id="{1F2E709C-6CFF-742F-75ED-B386FC4F513E}"/>
                </a:ext>
              </a:extLst>
            </p:cNvPr>
            <p:cNvSpPr/>
            <p:nvPr/>
          </p:nvSpPr>
          <p:spPr>
            <a:xfrm flipV="1">
              <a:off x="1971845" y="506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BDB2F7-F48C-2B47-0716-A84160AD97AA}"/>
              </a:ext>
            </a:extLst>
          </p:cNvPr>
          <p:cNvCxnSpPr>
            <a:cxnSpLocks/>
          </p:cNvCxnSpPr>
          <p:nvPr/>
        </p:nvCxnSpPr>
        <p:spPr>
          <a:xfrm flipV="1">
            <a:off x="1930563" y="539442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507B47-DD78-A907-0051-722771362E70}"/>
              </a:ext>
            </a:extLst>
          </p:cNvPr>
          <p:cNvCxnSpPr>
            <a:cxnSpLocks/>
          </p:cNvCxnSpPr>
          <p:nvPr/>
        </p:nvCxnSpPr>
        <p:spPr>
          <a:xfrm flipV="1">
            <a:off x="1930563" y="512442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1BB416-612B-5C8D-3F9C-1D7463B8988A}"/>
              </a:ext>
            </a:extLst>
          </p:cNvPr>
          <p:cNvCxnSpPr>
            <a:cxnSpLocks/>
          </p:cNvCxnSpPr>
          <p:nvPr/>
        </p:nvCxnSpPr>
        <p:spPr>
          <a:xfrm flipV="1">
            <a:off x="1930563" y="6199863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DE8AAB-E0BE-B1A2-6CB6-9D1B0B24BF70}"/>
              </a:ext>
            </a:extLst>
          </p:cNvPr>
          <p:cNvCxnSpPr>
            <a:cxnSpLocks/>
          </p:cNvCxnSpPr>
          <p:nvPr/>
        </p:nvCxnSpPr>
        <p:spPr>
          <a:xfrm flipV="1">
            <a:off x="1930563" y="5929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9C24FA9-28BA-D470-FFBA-EDEB9319487D}"/>
              </a:ext>
            </a:extLst>
          </p:cNvPr>
          <p:cNvGrpSpPr/>
          <p:nvPr/>
        </p:nvGrpSpPr>
        <p:grpSpPr>
          <a:xfrm>
            <a:off x="7581900" y="2843736"/>
            <a:ext cx="1404767" cy="868733"/>
            <a:chOff x="1202064" y="4255690"/>
            <a:chExt cx="1404767" cy="868733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EE99E3-3623-DF76-8289-42E5CF2B2D8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6C2ADE-389A-D96E-DA7D-E9E5613644F6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94B21AF-EDAD-ED06-E60D-36CDED45A96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0EFB2A-1812-210E-C82F-ED8A92088D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D00949-20F3-5398-6537-1759C4B1F4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lowchart: Decision 37">
              <a:extLst>
                <a:ext uri="{FF2B5EF4-FFF2-40B4-BE49-F238E27FC236}">
                  <a16:creationId xmlns:a16="http://schemas.microsoft.com/office/drawing/2014/main" id="{86A6BD1C-4F3A-7B13-C946-8628EB681469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11680D-7134-2BFC-38CF-7335655FF680}"/>
              </a:ext>
            </a:extLst>
          </p:cNvPr>
          <p:cNvGrpSpPr/>
          <p:nvPr/>
        </p:nvGrpSpPr>
        <p:grpSpPr>
          <a:xfrm flipH="1" flipV="1">
            <a:off x="2599950" y="5108549"/>
            <a:ext cx="1404767" cy="868733"/>
            <a:chOff x="1202064" y="4255690"/>
            <a:chExt cx="1404767" cy="86873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3581EC-7821-FF6D-327C-CCC329202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15E500-F4C3-966F-4300-90DDCB0207A1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174EE9D-0058-65B1-A1F9-8625A5F0575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50FD80-41F7-10B4-4836-B413CCE36A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63594FA-471F-CFC2-8627-0EEF8E3D71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F6D4840D-995C-9C24-C6BD-484DF1E9E0A6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14D45B-0E87-E39A-DACB-DC8733CE9F72}"/>
              </a:ext>
            </a:extLst>
          </p:cNvPr>
          <p:cNvGrpSpPr/>
          <p:nvPr/>
        </p:nvGrpSpPr>
        <p:grpSpPr>
          <a:xfrm flipV="1">
            <a:off x="1967811" y="5912993"/>
            <a:ext cx="1319044" cy="868733"/>
            <a:chOff x="1287787" y="4255690"/>
            <a:chExt cx="1319044" cy="86873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4D9B5D8-D0F5-B123-60F6-FA4EC4A5273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670CC0C-E027-D87D-4213-592507F51CE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8225747-E18F-1076-8440-256F08112F8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9C50CA1-3F3D-116C-F1D2-D0223D37710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3399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5E7D4A3-54F0-FF58-4941-3FA9F8563F2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lowchart: Decision 51">
              <a:extLst>
                <a:ext uri="{FF2B5EF4-FFF2-40B4-BE49-F238E27FC236}">
                  <a16:creationId xmlns:a16="http://schemas.microsoft.com/office/drawing/2014/main" id="{CBBF6980-498B-8EC1-B7BB-28AD469667B3}"/>
                </a:ext>
              </a:extLst>
            </p:cNvPr>
            <p:cNvSpPr/>
            <p:nvPr/>
          </p:nvSpPr>
          <p:spPr>
            <a:xfrm>
              <a:off x="1287787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E6E822-AC4F-8ACF-EF34-23C8DA4FB15F}"/>
              </a:ext>
            </a:extLst>
          </p:cNvPr>
          <p:cNvGrpSpPr/>
          <p:nvPr/>
        </p:nvGrpSpPr>
        <p:grpSpPr>
          <a:xfrm rot="16200000" flipV="1">
            <a:off x="3029915" y="6316010"/>
            <a:ext cx="1404767" cy="868733"/>
            <a:chOff x="1202064" y="4255690"/>
            <a:chExt cx="1404767" cy="86873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66428CF-A607-3E8D-CE14-50CEA451017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C30C081-3A0A-7915-D8DB-AD492E9F48B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6915D9C-C046-7726-AF42-31FB2BB68C5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28F26C1-3586-BCDE-0706-42C1360918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86B932F-D1A0-DDB8-48ED-024A9A179C6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lowchart: Decision 61">
              <a:extLst>
                <a:ext uri="{FF2B5EF4-FFF2-40B4-BE49-F238E27FC236}">
                  <a16:creationId xmlns:a16="http://schemas.microsoft.com/office/drawing/2014/main" id="{49A283B3-3EAD-2393-8527-FFCAE7FCE719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D2A9FA0-DC9F-E1B2-8353-7B98BEA4E386}"/>
              </a:ext>
            </a:extLst>
          </p:cNvPr>
          <p:cNvGrpSpPr/>
          <p:nvPr/>
        </p:nvGrpSpPr>
        <p:grpSpPr>
          <a:xfrm rot="10800000" flipH="1" flipV="1">
            <a:off x="3380339" y="5179659"/>
            <a:ext cx="1404767" cy="868733"/>
            <a:chOff x="1202064" y="4255690"/>
            <a:chExt cx="1404767" cy="868733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D3C659-9892-D31E-A5FF-CA66C4F1BC01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AB5B95C-9913-8442-39BB-7FABA0EDE1D6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2DE394B-ECC2-951B-ECAA-A40420DEB52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30E03FB-73CE-9183-2D6A-CEA22F84721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390C37B-E5E9-B21B-40AE-06BB0B15FD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lowchart: Decision 68">
              <a:extLst>
                <a:ext uri="{FF2B5EF4-FFF2-40B4-BE49-F238E27FC236}">
                  <a16:creationId xmlns:a16="http://schemas.microsoft.com/office/drawing/2014/main" id="{6C8F87DE-64B6-4F80-5542-09D6CC48C788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AAE097-14B9-14B1-93D7-D4F316D003DD}"/>
              </a:ext>
            </a:extLst>
          </p:cNvPr>
          <p:cNvGrpSpPr/>
          <p:nvPr/>
        </p:nvGrpSpPr>
        <p:grpSpPr>
          <a:xfrm rot="10800000" flipH="1" flipV="1">
            <a:off x="4047740" y="4379401"/>
            <a:ext cx="1404767" cy="868733"/>
            <a:chOff x="1202064" y="4255690"/>
            <a:chExt cx="1404767" cy="868733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0C1D60F-321D-206D-2F32-097B1A98FD5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FF1630-C544-E0BA-A2E7-C196A63D1DB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63FB1FA-383A-CF36-AEF2-855246C4CC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F8F61C0-35F2-3E2D-377F-473ADB442C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AE8D0B6-DF93-4094-EE3C-FED0FF2F99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Flowchart: Decision 75">
              <a:extLst>
                <a:ext uri="{FF2B5EF4-FFF2-40B4-BE49-F238E27FC236}">
                  <a16:creationId xmlns:a16="http://schemas.microsoft.com/office/drawing/2014/main" id="{FBCF873C-1019-DCC0-C7A4-13ED358A5E66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1348011-A691-A4FE-30E6-E09578CC5CB6}"/>
              </a:ext>
            </a:extLst>
          </p:cNvPr>
          <p:cNvGrpSpPr/>
          <p:nvPr/>
        </p:nvGrpSpPr>
        <p:grpSpPr>
          <a:xfrm rot="10800000" flipH="1">
            <a:off x="4831624" y="4428609"/>
            <a:ext cx="1293802" cy="868733"/>
            <a:chOff x="1313029" y="4255690"/>
            <a:chExt cx="1293802" cy="868733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E7B1979-B47C-2B36-CC0C-B551D8D8057A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99669F9-150C-E840-141C-86368BA4955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0B158BF-2AD6-203F-41EE-EFBA62E592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7C4608-B65C-6805-0A85-019571FFA0A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0175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7010EE4-A403-C4CF-C629-0243F4861D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lowchart: Decision 82">
              <a:extLst>
                <a:ext uri="{FF2B5EF4-FFF2-40B4-BE49-F238E27FC236}">
                  <a16:creationId xmlns:a16="http://schemas.microsoft.com/office/drawing/2014/main" id="{11085E59-288B-1BCE-9D46-E1776A1A408D}"/>
                </a:ext>
              </a:extLst>
            </p:cNvPr>
            <p:cNvSpPr/>
            <p:nvPr/>
          </p:nvSpPr>
          <p:spPr>
            <a:xfrm>
              <a:off x="1313029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2882F0-5305-35C9-7A41-E7C0F725B803}"/>
              </a:ext>
            </a:extLst>
          </p:cNvPr>
          <p:cNvGrpSpPr/>
          <p:nvPr/>
        </p:nvGrpSpPr>
        <p:grpSpPr>
          <a:xfrm>
            <a:off x="5501919" y="4375537"/>
            <a:ext cx="1292850" cy="868733"/>
            <a:chOff x="1313981" y="4255690"/>
            <a:chExt cx="1292850" cy="86873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67C077E-FD4D-0A17-AEA5-420D8B88E974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1BDBF92-71AB-809F-1C9E-6ADF25390CA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87165B2-9C43-9FC6-8EFC-AF471BFFE0B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8A43624-2EE9-12F8-E970-CFC47C3FB99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24463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86693C6-9E5A-9EC9-5D3A-5781EBAEC2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lowchart: Decision 89">
              <a:extLst>
                <a:ext uri="{FF2B5EF4-FFF2-40B4-BE49-F238E27FC236}">
                  <a16:creationId xmlns:a16="http://schemas.microsoft.com/office/drawing/2014/main" id="{B7FA0314-F7DA-D838-E86B-3B5A476BC11B}"/>
                </a:ext>
              </a:extLst>
            </p:cNvPr>
            <p:cNvSpPr/>
            <p:nvPr/>
          </p:nvSpPr>
          <p:spPr>
            <a:xfrm>
              <a:off x="1313981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8BF8DDA-B196-4FF0-1022-E59095469138}"/>
              </a:ext>
            </a:extLst>
          </p:cNvPr>
          <p:cNvGrpSpPr/>
          <p:nvPr/>
        </p:nvGrpSpPr>
        <p:grpSpPr>
          <a:xfrm flipH="1">
            <a:off x="6110722" y="3574162"/>
            <a:ext cx="1404767" cy="868733"/>
            <a:chOff x="1202064" y="4255690"/>
            <a:chExt cx="1404767" cy="868733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C230C89-9D90-81F6-0F5B-E1586CCEBAD8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8F35A45-5842-5CD1-53A4-767243218C9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5E24878-CDFB-EE85-2E20-AAB7EE8B6D1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3C2FCE4-5C61-390B-412E-64CC16B7C42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DF448DA-0576-FFCB-318A-A2BE500248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Flowchart: Decision 96">
              <a:extLst>
                <a:ext uri="{FF2B5EF4-FFF2-40B4-BE49-F238E27FC236}">
                  <a16:creationId xmlns:a16="http://schemas.microsoft.com/office/drawing/2014/main" id="{43EF0D68-4D33-7C96-6BB5-8251E1A3AC11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C1C83FE-311D-E0CA-5A5D-3C9E293FF34D}"/>
              </a:ext>
            </a:extLst>
          </p:cNvPr>
          <p:cNvGrpSpPr/>
          <p:nvPr/>
        </p:nvGrpSpPr>
        <p:grpSpPr>
          <a:xfrm flipH="1" flipV="1">
            <a:off x="5443926" y="3625092"/>
            <a:ext cx="1292848" cy="598733"/>
            <a:chOff x="1313983" y="4255690"/>
            <a:chExt cx="1292848" cy="598733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2E2E9E2-BD20-C52C-D239-61A49FEC8F7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21423BC-7CD3-CE11-1877-C5EDBAAA19B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5DC0818-6261-A7FB-66B4-550DE62503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49D9AC8-AD26-E09A-C7AD-CE06446471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Flowchart: Decision 103">
              <a:extLst>
                <a:ext uri="{FF2B5EF4-FFF2-40B4-BE49-F238E27FC236}">
                  <a16:creationId xmlns:a16="http://schemas.microsoft.com/office/drawing/2014/main" id="{6F727BAA-34F2-6C21-E31D-00F6FD62AD2E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F380065-FD1F-1473-444D-C45708C577A9}"/>
              </a:ext>
            </a:extLst>
          </p:cNvPr>
          <p:cNvGrpSpPr/>
          <p:nvPr/>
        </p:nvGrpSpPr>
        <p:grpSpPr>
          <a:xfrm flipH="1">
            <a:off x="4777341" y="3574956"/>
            <a:ext cx="1292848" cy="598733"/>
            <a:chOff x="1313983" y="4255690"/>
            <a:chExt cx="1292848" cy="598733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CE8F263-518A-5BD4-B3CD-108A68D01A1E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8392EE7-BF80-EDD8-F913-D7B600417C9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5E92671-3371-A810-7801-805855C0A3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08EC08B-F465-E185-A0A7-E35DA3103F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Flowchart: Decision 109">
              <a:extLst>
                <a:ext uri="{FF2B5EF4-FFF2-40B4-BE49-F238E27FC236}">
                  <a16:creationId xmlns:a16="http://schemas.microsoft.com/office/drawing/2014/main" id="{82AA6E67-DFF6-4E03-68B6-FEB2DB3A3564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5B6466-5CDA-9E26-BB60-74FAF27341B3}"/>
              </a:ext>
            </a:extLst>
          </p:cNvPr>
          <p:cNvGrpSpPr/>
          <p:nvPr/>
        </p:nvGrpSpPr>
        <p:grpSpPr>
          <a:xfrm flipH="1" flipV="1">
            <a:off x="4110591" y="3624963"/>
            <a:ext cx="1292848" cy="598733"/>
            <a:chOff x="1313983" y="4255690"/>
            <a:chExt cx="1292848" cy="598733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4D4D488-DDF3-3CCE-AE53-6192DDC54B4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BA31938-5876-87B5-D156-1E6FA87B5C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4A5B044-9582-B43A-6399-88A143099A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99BE617-F3AF-752C-E2E2-187541F43C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lowchart: Decision 115">
              <a:extLst>
                <a:ext uri="{FF2B5EF4-FFF2-40B4-BE49-F238E27FC236}">
                  <a16:creationId xmlns:a16="http://schemas.microsoft.com/office/drawing/2014/main" id="{381B37B2-929D-C31F-812C-BA3E6F1A36F6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D5AF655-C790-0DEB-007C-677BC0C61A89}"/>
              </a:ext>
            </a:extLst>
          </p:cNvPr>
          <p:cNvGrpSpPr/>
          <p:nvPr/>
        </p:nvGrpSpPr>
        <p:grpSpPr>
          <a:xfrm flipH="1" flipV="1">
            <a:off x="3327400" y="4157292"/>
            <a:ext cx="1404767" cy="868733"/>
            <a:chOff x="1202064" y="4255690"/>
            <a:chExt cx="1404767" cy="868733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0EE983F-0D1D-6939-F6EA-9FB0BDC90FA4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425D608-2C69-BDEA-E6E1-28A25DE72D66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25E5A96-DC82-BA3C-AF3E-51CDE8993CE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DC2FE55-B866-9E2A-FB15-86131BFD89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A0B0C57-C2AF-7703-64D9-3C5F011BC3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Flowchart: Decision 128">
              <a:extLst>
                <a:ext uri="{FF2B5EF4-FFF2-40B4-BE49-F238E27FC236}">
                  <a16:creationId xmlns:a16="http://schemas.microsoft.com/office/drawing/2014/main" id="{668594D8-8E2D-EBC6-35DE-AFC20470FA8B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F97B77C-4546-307D-CA05-E071A13631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63913" y="389496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929CF46-FBB0-D22F-5F0A-65DD7AE83CF8}"/>
              </a:ext>
            </a:extLst>
          </p:cNvPr>
          <p:cNvGrpSpPr/>
          <p:nvPr/>
        </p:nvGrpSpPr>
        <p:grpSpPr>
          <a:xfrm>
            <a:off x="2667728" y="4109667"/>
            <a:ext cx="1272210" cy="868733"/>
            <a:chOff x="1261596" y="4255690"/>
            <a:chExt cx="1272210" cy="868733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456B08A-0A76-3145-DEDC-434E51FAAC3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BFDA948-3B6E-E7ED-3917-CEDB2863A98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62FC2CD-7C8E-D26B-B2B9-BD3D0C7CD6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6203816-331A-7F1B-2E4C-C5C8BBC100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8160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65066CA-AB85-D407-5E2B-F0437B56F9D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63806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Flowchart: Decision 136">
              <a:extLst>
                <a:ext uri="{FF2B5EF4-FFF2-40B4-BE49-F238E27FC236}">
                  <a16:creationId xmlns:a16="http://schemas.microsoft.com/office/drawing/2014/main" id="{5D4770D2-C3E4-2E06-AB40-4BBF9512F55A}"/>
                </a:ext>
              </a:extLst>
            </p:cNvPr>
            <p:cNvSpPr/>
            <p:nvPr/>
          </p:nvSpPr>
          <p:spPr>
            <a:xfrm>
              <a:off x="1261596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F4A6CED-E9E5-C631-149F-2965CCACAA25}"/>
              </a:ext>
            </a:extLst>
          </p:cNvPr>
          <p:cNvGrpSpPr/>
          <p:nvPr/>
        </p:nvGrpSpPr>
        <p:grpSpPr>
          <a:xfrm flipH="1">
            <a:off x="3253341" y="3575755"/>
            <a:ext cx="1292848" cy="598733"/>
            <a:chOff x="1313983" y="4255690"/>
            <a:chExt cx="1292848" cy="598733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96DD7A6-C53F-B9A2-E538-3A3E83458B9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C9CEE66-571D-5015-E698-3E56D72942B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E2022A9-CAA4-6C09-D9D7-22A9012023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F5E04D6-3229-1276-7B97-98BEA0DB7A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Flowchart: Decision 142">
              <a:extLst>
                <a:ext uri="{FF2B5EF4-FFF2-40B4-BE49-F238E27FC236}">
                  <a16:creationId xmlns:a16="http://schemas.microsoft.com/office/drawing/2014/main" id="{E1FB28BD-9D83-8B68-2C45-B3E797273380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0F83DD8-9534-7DE8-75EA-E5A871480671}"/>
              </a:ext>
            </a:extLst>
          </p:cNvPr>
          <p:cNvGrpSpPr/>
          <p:nvPr/>
        </p:nvGrpSpPr>
        <p:grpSpPr>
          <a:xfrm rot="5400000">
            <a:off x="2864013" y="3231454"/>
            <a:ext cx="0" cy="805440"/>
            <a:chOff x="2082963" y="5546823"/>
            <a:chExt cx="0" cy="805440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C9AE940-DDE5-A898-28F2-FC1BA7691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1661C824-A753-CC08-3747-E82A6C5A6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318C492-F3E3-97E3-C408-935A20DB49E8}"/>
              </a:ext>
            </a:extLst>
          </p:cNvPr>
          <p:cNvGrpSpPr/>
          <p:nvPr/>
        </p:nvGrpSpPr>
        <p:grpSpPr>
          <a:xfrm flipH="1" flipV="1">
            <a:off x="1215290" y="3627958"/>
            <a:ext cx="1333521" cy="598733"/>
            <a:chOff x="1311599" y="4255690"/>
            <a:chExt cx="1333521" cy="598733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AD00887-F86C-2303-AF15-EA801984A63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0D64541-1B5B-F43C-A6B9-2FE8F06E85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E63F68CE-E745-7FC4-E710-EC6D4D491F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81599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BF0D679-6D47-1E8F-C7A5-924D200E582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Flowchart: Decision 152">
              <a:extLst>
                <a:ext uri="{FF2B5EF4-FFF2-40B4-BE49-F238E27FC236}">
                  <a16:creationId xmlns:a16="http://schemas.microsoft.com/office/drawing/2014/main" id="{DEA1EA04-358B-096D-FA7B-965E400C101A}"/>
                </a:ext>
              </a:extLst>
            </p:cNvPr>
            <p:cNvSpPr/>
            <p:nvPr/>
          </p:nvSpPr>
          <p:spPr>
            <a:xfrm>
              <a:off x="2535586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B8D928F-14ED-E901-4129-97775F05C04A}"/>
              </a:ext>
            </a:extLst>
          </p:cNvPr>
          <p:cNvGrpSpPr/>
          <p:nvPr/>
        </p:nvGrpSpPr>
        <p:grpSpPr>
          <a:xfrm rot="5400000">
            <a:off x="2321378" y="3231454"/>
            <a:ext cx="0" cy="805440"/>
            <a:chOff x="2082963" y="5546823"/>
            <a:chExt cx="0" cy="80544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E068EC6-C26F-6D38-9B6C-72FFC5F1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9C16017-8B4B-014D-E289-1C8325EEC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9BDAE0A-869A-9EAB-C424-A09C17534BB5}"/>
              </a:ext>
            </a:extLst>
          </p:cNvPr>
          <p:cNvGrpSpPr/>
          <p:nvPr/>
        </p:nvGrpSpPr>
        <p:grpSpPr>
          <a:xfrm rot="5400000">
            <a:off x="2144879" y="3836291"/>
            <a:ext cx="0" cy="805440"/>
            <a:chOff x="2082963" y="5546823"/>
            <a:chExt cx="0" cy="805440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8D77FE5-88A2-8AC6-94F4-20CCB995E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F10A025-FBF6-92F0-29DD-9E0FFADF9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1EF6545-F44D-BCD7-E330-4CD323B44AF3}"/>
              </a:ext>
            </a:extLst>
          </p:cNvPr>
          <p:cNvGrpSpPr/>
          <p:nvPr/>
        </p:nvGrpSpPr>
        <p:grpSpPr>
          <a:xfrm rot="5400000">
            <a:off x="1583196" y="3836291"/>
            <a:ext cx="0" cy="805440"/>
            <a:chOff x="2082963" y="5546823"/>
            <a:chExt cx="0" cy="805440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D9B02F9-D2EE-E14D-4236-EAE7C61AC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E3E608D-A832-4987-ECBE-FBDAE4F159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D3D5A31-5413-70DE-090F-881E73D12BDD}"/>
              </a:ext>
            </a:extLst>
          </p:cNvPr>
          <p:cNvGrpSpPr/>
          <p:nvPr/>
        </p:nvGrpSpPr>
        <p:grpSpPr>
          <a:xfrm rot="5400000">
            <a:off x="1441618" y="3836291"/>
            <a:ext cx="0" cy="805440"/>
            <a:chOff x="2082963" y="5546823"/>
            <a:chExt cx="0" cy="805440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CE41835-D3EB-0544-D2FA-61A75F69BC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D59C743-DADF-0A75-F7A2-1C7C6389A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2E03C3D-5723-AA2E-3596-6DFAF2E922B1}"/>
              </a:ext>
            </a:extLst>
          </p:cNvPr>
          <p:cNvGrpSpPr/>
          <p:nvPr/>
        </p:nvGrpSpPr>
        <p:grpSpPr>
          <a:xfrm rot="10800000">
            <a:off x="2476499" y="4157820"/>
            <a:ext cx="64143" cy="83187"/>
            <a:chOff x="2082963" y="5546823"/>
            <a:chExt cx="0" cy="805440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D5257EA-0927-3D10-9796-5E7E7FA0EE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4EE9EE1-622A-6A52-2D0D-1DDB93DAFB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4CD5D4F-B08B-93FC-C4AD-797725EAC21B}"/>
              </a:ext>
            </a:extLst>
          </p:cNvPr>
          <p:cNvGrpSpPr/>
          <p:nvPr/>
        </p:nvGrpSpPr>
        <p:grpSpPr>
          <a:xfrm rot="5400000">
            <a:off x="1536365" y="6320066"/>
            <a:ext cx="0" cy="805440"/>
            <a:chOff x="2082963" y="5546823"/>
            <a:chExt cx="0" cy="805440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43E8ACF-4FC8-7FAB-8FA3-08802E67A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E5F9559-706D-16D7-456B-4514A06D8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2C4B58ED-3D5F-806E-CA1C-D69044345536}"/>
              </a:ext>
            </a:extLst>
          </p:cNvPr>
          <p:cNvCxnSpPr>
            <a:cxnSpLocks/>
          </p:cNvCxnSpPr>
          <p:nvPr/>
        </p:nvCxnSpPr>
        <p:spPr>
          <a:xfrm flipV="1">
            <a:off x="1047913" y="450542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5C8BEF-2398-1A54-2573-9150A9A8F815}"/>
              </a:ext>
            </a:extLst>
          </p:cNvPr>
          <p:cNvCxnSpPr>
            <a:cxnSpLocks/>
          </p:cNvCxnSpPr>
          <p:nvPr/>
        </p:nvCxnSpPr>
        <p:spPr>
          <a:xfrm flipV="1">
            <a:off x="1047913" y="423542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5299B14-7D67-287A-0536-18716EDF50CE}"/>
              </a:ext>
            </a:extLst>
          </p:cNvPr>
          <p:cNvCxnSpPr>
            <a:cxnSpLocks/>
          </p:cNvCxnSpPr>
          <p:nvPr/>
        </p:nvCxnSpPr>
        <p:spPr>
          <a:xfrm flipV="1">
            <a:off x="1047913" y="5310863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803D558F-D42C-0E91-9ABC-BAF519DC0F11}"/>
              </a:ext>
            </a:extLst>
          </p:cNvPr>
          <p:cNvCxnSpPr>
            <a:cxnSpLocks/>
          </p:cNvCxnSpPr>
          <p:nvPr/>
        </p:nvCxnSpPr>
        <p:spPr>
          <a:xfrm flipV="1">
            <a:off x="1047913" y="5040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0C29551-9295-5CAE-2328-C5941E2C5499}"/>
              </a:ext>
            </a:extLst>
          </p:cNvPr>
          <p:cNvCxnSpPr>
            <a:cxnSpLocks/>
          </p:cNvCxnSpPr>
          <p:nvPr/>
        </p:nvCxnSpPr>
        <p:spPr>
          <a:xfrm flipV="1">
            <a:off x="1047913" y="5979876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07C8F67-EDD4-56C8-BA9C-FA484AE0970B}"/>
              </a:ext>
            </a:extLst>
          </p:cNvPr>
          <p:cNvCxnSpPr>
            <a:cxnSpLocks/>
          </p:cNvCxnSpPr>
          <p:nvPr/>
        </p:nvCxnSpPr>
        <p:spPr>
          <a:xfrm flipV="1">
            <a:off x="1047913" y="5709876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742E12F-A43E-4D36-851B-71606C08FC22}"/>
              </a:ext>
            </a:extLst>
          </p:cNvPr>
          <p:cNvCxnSpPr>
            <a:cxnSpLocks/>
          </p:cNvCxnSpPr>
          <p:nvPr/>
        </p:nvCxnSpPr>
        <p:spPr>
          <a:xfrm flipV="1">
            <a:off x="1047913" y="6202244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2E19729-CD7A-271E-5067-177201CDC3DD}"/>
              </a:ext>
            </a:extLst>
          </p:cNvPr>
          <p:cNvCxnSpPr>
            <a:cxnSpLocks/>
          </p:cNvCxnSpPr>
          <p:nvPr/>
        </p:nvCxnSpPr>
        <p:spPr>
          <a:xfrm flipV="1">
            <a:off x="1047913" y="5929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1D79AAD1-0188-6377-FF2E-4FE409D8F15F}"/>
              </a:ext>
            </a:extLst>
          </p:cNvPr>
          <p:cNvCxnSpPr>
            <a:cxnSpLocks/>
          </p:cNvCxnSpPr>
          <p:nvPr/>
        </p:nvCxnSpPr>
        <p:spPr>
          <a:xfrm flipV="1">
            <a:off x="1047913" y="6547526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D2E5D6B-C17F-784E-0B82-D6A74087DBA6}"/>
              </a:ext>
            </a:extLst>
          </p:cNvPr>
          <p:cNvCxnSpPr>
            <a:cxnSpLocks/>
          </p:cNvCxnSpPr>
          <p:nvPr/>
        </p:nvCxnSpPr>
        <p:spPr>
          <a:xfrm flipV="1">
            <a:off x="1143163" y="6711951"/>
            <a:ext cx="0" cy="352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B5FFFFC-CEC2-6C19-4F79-9CB9C3E83487}"/>
              </a:ext>
            </a:extLst>
          </p:cNvPr>
          <p:cNvSpPr/>
          <p:nvPr/>
        </p:nvSpPr>
        <p:spPr>
          <a:xfrm>
            <a:off x="1143114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D95C113-A675-010C-E880-59D30754810D}"/>
              </a:ext>
            </a:extLst>
          </p:cNvPr>
          <p:cNvSpPr/>
          <p:nvPr/>
        </p:nvSpPr>
        <p:spPr>
          <a:xfrm>
            <a:off x="791739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A26A457-14B9-D4D0-662E-5299C7995D89}"/>
              </a:ext>
            </a:extLst>
          </p:cNvPr>
          <p:cNvCxnSpPr>
            <a:cxnSpLocks/>
          </p:cNvCxnSpPr>
          <p:nvPr/>
        </p:nvCxnSpPr>
        <p:spPr>
          <a:xfrm>
            <a:off x="5993302" y="6469595"/>
            <a:ext cx="268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Diamond 192">
            <a:extLst>
              <a:ext uri="{FF2B5EF4-FFF2-40B4-BE49-F238E27FC236}">
                <a16:creationId xmlns:a16="http://schemas.microsoft.com/office/drawing/2014/main" id="{5720B546-798D-8DD1-A6C6-66FAA8B9221A}"/>
              </a:ext>
            </a:extLst>
          </p:cNvPr>
          <p:cNvSpPr/>
          <p:nvPr/>
        </p:nvSpPr>
        <p:spPr>
          <a:xfrm>
            <a:off x="5974148" y="7029003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4" name="Diamond 193">
            <a:extLst>
              <a:ext uri="{FF2B5EF4-FFF2-40B4-BE49-F238E27FC236}">
                <a16:creationId xmlns:a16="http://schemas.microsoft.com/office/drawing/2014/main" id="{3C42573C-BCC2-D59B-ABD2-E2634B7CF258}"/>
              </a:ext>
            </a:extLst>
          </p:cNvPr>
          <p:cNvSpPr/>
          <p:nvPr/>
        </p:nvSpPr>
        <p:spPr>
          <a:xfrm>
            <a:off x="1504396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A0FDCA41-9CB8-9F58-6500-2A72C126D0EC}"/>
              </a:ext>
            </a:extLst>
          </p:cNvPr>
          <p:cNvSpPr/>
          <p:nvPr/>
        </p:nvSpPr>
        <p:spPr>
          <a:xfrm>
            <a:off x="2267852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9209536E-62F8-D968-60B7-58E3092CA0FD}"/>
              </a:ext>
            </a:extLst>
          </p:cNvPr>
          <p:cNvSpPr/>
          <p:nvPr/>
        </p:nvSpPr>
        <p:spPr>
          <a:xfrm>
            <a:off x="4739708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7" name="Diamond 196">
            <a:extLst>
              <a:ext uri="{FF2B5EF4-FFF2-40B4-BE49-F238E27FC236}">
                <a16:creationId xmlns:a16="http://schemas.microsoft.com/office/drawing/2014/main" id="{AF81F64E-088A-3FC1-BD48-7C9D928A1EEB}"/>
              </a:ext>
            </a:extLst>
          </p:cNvPr>
          <p:cNvSpPr/>
          <p:nvPr/>
        </p:nvSpPr>
        <p:spPr>
          <a:xfrm>
            <a:off x="6339908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8" name="Diamond 197">
            <a:extLst>
              <a:ext uri="{FF2B5EF4-FFF2-40B4-BE49-F238E27FC236}">
                <a16:creationId xmlns:a16="http://schemas.microsoft.com/office/drawing/2014/main" id="{F34C444C-5C70-892B-D7F6-A704131275B6}"/>
              </a:ext>
            </a:extLst>
          </p:cNvPr>
          <p:cNvSpPr/>
          <p:nvPr/>
        </p:nvSpPr>
        <p:spPr>
          <a:xfrm>
            <a:off x="3528128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9" name="Diamond 198">
            <a:extLst>
              <a:ext uri="{FF2B5EF4-FFF2-40B4-BE49-F238E27FC236}">
                <a16:creationId xmlns:a16="http://schemas.microsoft.com/office/drawing/2014/main" id="{EFE4ECAA-1F1C-809D-324A-E5294B68AED2}"/>
              </a:ext>
            </a:extLst>
          </p:cNvPr>
          <p:cNvSpPr/>
          <p:nvPr/>
        </p:nvSpPr>
        <p:spPr>
          <a:xfrm>
            <a:off x="1399264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00" name="Diamond 199">
            <a:extLst>
              <a:ext uri="{FF2B5EF4-FFF2-40B4-BE49-F238E27FC236}">
                <a16:creationId xmlns:a16="http://schemas.microsoft.com/office/drawing/2014/main" id="{82CF6AD3-310F-63B4-7B24-5F49C750C8F1}"/>
              </a:ext>
            </a:extLst>
          </p:cNvPr>
          <p:cNvSpPr/>
          <p:nvPr/>
        </p:nvSpPr>
        <p:spPr>
          <a:xfrm>
            <a:off x="5974148" y="5547453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01" name="Flowchart: Decision 200">
            <a:extLst>
              <a:ext uri="{FF2B5EF4-FFF2-40B4-BE49-F238E27FC236}">
                <a16:creationId xmlns:a16="http://schemas.microsoft.com/office/drawing/2014/main" id="{810D815A-CEA3-29C7-6465-8375612A0F68}"/>
              </a:ext>
            </a:extLst>
          </p:cNvPr>
          <p:cNvSpPr/>
          <p:nvPr/>
        </p:nvSpPr>
        <p:spPr>
          <a:xfrm flipH="1" flipV="1">
            <a:off x="5993302" y="6637697"/>
            <a:ext cx="263008" cy="277369"/>
          </a:xfrm>
          <a:prstGeom prst="flowChartDecisi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CD0BEC0-8177-1665-CF2E-D4D2675F493E}"/>
              </a:ext>
            </a:extLst>
          </p:cNvPr>
          <p:cNvSpPr txBox="1"/>
          <p:nvPr/>
        </p:nvSpPr>
        <p:spPr>
          <a:xfrm>
            <a:off x="6256310" y="6331044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Alleys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F1EFF78-7362-87A2-AB5D-1370F50BF14D}"/>
              </a:ext>
            </a:extLst>
          </p:cNvPr>
          <p:cNvSpPr txBox="1"/>
          <p:nvPr/>
        </p:nvSpPr>
        <p:spPr>
          <a:xfrm>
            <a:off x="5656346" y="6086007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>
                <a:latin typeface="Leelawadee" panose="020B0502040204020203" pitchFamily="34" charset="-34"/>
                <a:cs typeface="Leelawadee" panose="020B0502040204020203" pitchFamily="34" charset="-34"/>
              </a:rPr>
              <a:t>not to scale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2B6593D-4306-90F8-C2A2-FCE4F3317DAB}"/>
              </a:ext>
            </a:extLst>
          </p:cNvPr>
          <p:cNvSpPr txBox="1"/>
          <p:nvPr/>
        </p:nvSpPr>
        <p:spPr>
          <a:xfrm>
            <a:off x="6256310" y="6666866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Dead ends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1E7956A-8C82-E067-66E4-E583CBFFCFF3}"/>
              </a:ext>
            </a:extLst>
          </p:cNvPr>
          <p:cNvSpPr txBox="1"/>
          <p:nvPr/>
        </p:nvSpPr>
        <p:spPr>
          <a:xfrm>
            <a:off x="6256310" y="7039729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Light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A92C601-A863-900C-1B0F-B027084E21FA}"/>
              </a:ext>
            </a:extLst>
          </p:cNvPr>
          <p:cNvSpPr/>
          <p:nvPr/>
        </p:nvSpPr>
        <p:spPr>
          <a:xfrm>
            <a:off x="6006460" y="7491469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28C8E3A7-6D40-8ABF-B7C5-54FA5769C99A}"/>
              </a:ext>
            </a:extLst>
          </p:cNvPr>
          <p:cNvSpPr/>
          <p:nvPr/>
        </p:nvSpPr>
        <p:spPr>
          <a:xfrm>
            <a:off x="6000543" y="7883888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653A420-73A6-6D12-1BCE-DFD4AF9C6818}"/>
              </a:ext>
            </a:extLst>
          </p:cNvPr>
          <p:cNvSpPr txBox="1"/>
          <p:nvPr/>
        </p:nvSpPr>
        <p:spPr>
          <a:xfrm>
            <a:off x="6256310" y="7487883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Start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BD1D495-1C1E-BB63-E313-F922619C564D}"/>
              </a:ext>
            </a:extLst>
          </p:cNvPr>
          <p:cNvSpPr txBox="1"/>
          <p:nvPr/>
        </p:nvSpPr>
        <p:spPr>
          <a:xfrm>
            <a:off x="6256310" y="7880601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Reward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1434762-D253-434E-C1DD-900B304C62D1}"/>
              </a:ext>
            </a:extLst>
          </p:cNvPr>
          <p:cNvSpPr txBox="1"/>
          <p:nvPr/>
        </p:nvSpPr>
        <p:spPr>
          <a:xfrm>
            <a:off x="485775" y="8543925"/>
            <a:ext cx="178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 right turns</a:t>
            </a:r>
          </a:p>
        </p:txBody>
      </p:sp>
    </p:spTree>
    <p:extLst>
      <p:ext uri="{BB962C8B-B14F-4D97-AF65-F5344CB8AC3E}">
        <p14:creationId xmlns:p14="http://schemas.microsoft.com/office/powerpoint/2010/main" val="127622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2917-2314-C1D3-905B-75E19B8F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D75FE6-6272-FE77-75A0-ECE5EED1CE58}"/>
              </a:ext>
            </a:extLst>
          </p:cNvPr>
          <p:cNvCxnSpPr>
            <a:cxnSpLocks/>
          </p:cNvCxnSpPr>
          <p:nvPr/>
        </p:nvCxnSpPr>
        <p:spPr>
          <a:xfrm>
            <a:off x="1930563" y="431442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597484-1152-94F7-B150-EF1BE3295866}"/>
              </a:ext>
            </a:extLst>
          </p:cNvPr>
          <p:cNvCxnSpPr>
            <a:cxnSpLocks/>
          </p:cNvCxnSpPr>
          <p:nvPr/>
        </p:nvCxnSpPr>
        <p:spPr>
          <a:xfrm>
            <a:off x="1930563" y="485442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610830-4188-73CF-1E06-FEE290FF629A}"/>
              </a:ext>
            </a:extLst>
          </p:cNvPr>
          <p:cNvCxnSpPr>
            <a:cxnSpLocks/>
          </p:cNvCxnSpPr>
          <p:nvPr/>
        </p:nvCxnSpPr>
        <p:spPr>
          <a:xfrm rot="5400000">
            <a:off x="1931831" y="419212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7FC9CE-F6D2-8183-C28C-4BE0E9546E8F}"/>
              </a:ext>
            </a:extLst>
          </p:cNvPr>
          <p:cNvCxnSpPr>
            <a:cxnSpLocks/>
          </p:cNvCxnSpPr>
          <p:nvPr/>
        </p:nvCxnSpPr>
        <p:spPr>
          <a:xfrm rot="5400000">
            <a:off x="1526831" y="405712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847CF-1AE0-49F4-6982-C4B8A7FD94E9}"/>
              </a:ext>
            </a:extLst>
          </p:cNvPr>
          <p:cNvCxnSpPr>
            <a:cxnSpLocks/>
          </p:cNvCxnSpPr>
          <p:nvPr/>
        </p:nvCxnSpPr>
        <p:spPr>
          <a:xfrm rot="5400000">
            <a:off x="2336831" y="405712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9C2AE-2CF7-1AA6-0FD6-5509F216CFF0}"/>
              </a:ext>
            </a:extLst>
          </p:cNvPr>
          <p:cNvCxnSpPr>
            <a:cxnSpLocks/>
          </p:cNvCxnSpPr>
          <p:nvPr/>
        </p:nvCxnSpPr>
        <p:spPr>
          <a:xfrm flipV="1">
            <a:off x="2606363" y="457489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AF29D7-B759-265B-B622-7AB78D7A0C35}"/>
              </a:ext>
            </a:extLst>
          </p:cNvPr>
          <p:cNvCxnSpPr>
            <a:cxnSpLocks/>
          </p:cNvCxnSpPr>
          <p:nvPr/>
        </p:nvCxnSpPr>
        <p:spPr>
          <a:xfrm flipV="1">
            <a:off x="2606363" y="430489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E26BFA-7076-CDC2-8EC7-8987EE9E8AE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06363" y="497989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270882-A178-696C-D8E2-74A6FA7371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70419" y="484489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BF7061-583C-0493-BF54-D84AA34C7A91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11363" y="484489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5CE028-2DB5-1FF7-4EAD-009435C5FA04}"/>
              </a:ext>
            </a:extLst>
          </p:cNvPr>
          <p:cNvCxnSpPr>
            <a:cxnSpLocks/>
          </p:cNvCxnSpPr>
          <p:nvPr/>
        </p:nvCxnSpPr>
        <p:spPr>
          <a:xfrm flipV="1">
            <a:off x="1930563" y="539442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58D358-2339-2E29-5DE6-93768A56968D}"/>
              </a:ext>
            </a:extLst>
          </p:cNvPr>
          <p:cNvCxnSpPr>
            <a:cxnSpLocks/>
          </p:cNvCxnSpPr>
          <p:nvPr/>
        </p:nvCxnSpPr>
        <p:spPr>
          <a:xfrm flipV="1">
            <a:off x="1930563" y="512442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BCB924E-F0D4-4F2B-4C34-D8F57E5DCF01}"/>
              </a:ext>
            </a:extLst>
          </p:cNvPr>
          <p:cNvCxnSpPr>
            <a:cxnSpLocks/>
          </p:cNvCxnSpPr>
          <p:nvPr/>
        </p:nvCxnSpPr>
        <p:spPr>
          <a:xfrm flipV="1">
            <a:off x="1930563" y="6199863"/>
            <a:ext cx="0" cy="51685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3C6A59-E70D-75B7-71E8-23069868AF77}"/>
              </a:ext>
            </a:extLst>
          </p:cNvPr>
          <p:cNvCxnSpPr>
            <a:cxnSpLocks/>
          </p:cNvCxnSpPr>
          <p:nvPr/>
        </p:nvCxnSpPr>
        <p:spPr>
          <a:xfrm flipV="1">
            <a:off x="1930563" y="592986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04BBA0-F145-C04E-27C1-0D2BE122C65B}"/>
              </a:ext>
            </a:extLst>
          </p:cNvPr>
          <p:cNvCxnSpPr>
            <a:cxnSpLocks/>
          </p:cNvCxnSpPr>
          <p:nvPr/>
        </p:nvCxnSpPr>
        <p:spPr>
          <a:xfrm flipH="1" flipV="1">
            <a:off x="3276218" y="537854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CFFE3A-EC05-7D9D-9CF6-6ACBD0F82758}"/>
              </a:ext>
            </a:extLst>
          </p:cNvPr>
          <p:cNvCxnSpPr>
            <a:cxnSpLocks/>
          </p:cNvCxnSpPr>
          <p:nvPr/>
        </p:nvCxnSpPr>
        <p:spPr>
          <a:xfrm flipH="1" flipV="1">
            <a:off x="3276218" y="510854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7B3E45-8F52-2BC2-3C1E-116BCAAC75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74950" y="578354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D103C4-DEA9-7EA0-C844-2526203B3AF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79950" y="564854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599D324-F830-8F4C-3B6A-E5CBE2F171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69950" y="564854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B3E575-9B63-E60F-EBBE-00B9C0191BD1}"/>
              </a:ext>
            </a:extLst>
          </p:cNvPr>
          <p:cNvCxnSpPr>
            <a:cxnSpLocks/>
          </p:cNvCxnSpPr>
          <p:nvPr/>
        </p:nvCxnSpPr>
        <p:spPr>
          <a:xfrm flipV="1">
            <a:off x="2610587" y="618299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4B93B0-AC3D-2C31-A421-AB524ACA36A2}"/>
              </a:ext>
            </a:extLst>
          </p:cNvPr>
          <p:cNvCxnSpPr>
            <a:cxnSpLocks/>
          </p:cNvCxnSpPr>
          <p:nvPr/>
        </p:nvCxnSpPr>
        <p:spPr>
          <a:xfrm flipV="1">
            <a:off x="2610587" y="591299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6BB6043-7CC7-72F1-596D-D7C04D7D78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11855" y="658799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81F443A-84A5-3670-F313-C12FF4C60D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14014" y="645299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BBBD17D-6C58-35FC-82A7-94D3345DB4F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16855" y="645299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5BEBAD2-2D72-FE67-84A1-DB60EEEF22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37932" y="6454261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FE60075-BF33-C3BF-BDA2-D3A2B522262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32932" y="6589261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F73A439-EB89-0A39-D935-1EFD0775E2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07932" y="658799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EC4F4DC-91A6-6791-2391-7837559589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07932" y="685799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ABC551-C1FE-3F23-7EEB-864A99747C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07932" y="604799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7BD8FB-D4E6-31D1-6716-AF8292F2F5F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108838" y="52383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622891-35EB-EAE7-2571-69FFDD7F75B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108838" y="5778392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411759E-362B-A11D-EA74-72CEACB490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110106" y="5103392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14B61C7-1D0C-78BA-FDDF-EAD92C85022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705106" y="49683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EE29D90-0205-A502-5365-8E80FA963BC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515106" y="49683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20F47CF-2FD7-DB54-CEF7-BBF1BB364C8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776239" y="4438134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BFEC17E-D29A-E068-EA11-1BEBD18238E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776239" y="4978134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C45AA43-F73E-AAFE-548C-AD32261D5CA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777507" y="4303134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C3BA6A6-0C37-8FFC-9A67-49DE5CCB62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372507" y="4168134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EC336A3-5A86-2E49-CFD5-369093311BC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182507" y="4168134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CECDD2B-BA64-7D3D-8A41-B1C65C33F370}"/>
              </a:ext>
            </a:extLst>
          </p:cNvPr>
          <p:cNvCxnSpPr>
            <a:cxnSpLocks/>
          </p:cNvCxnSpPr>
          <p:nvPr/>
        </p:nvCxnSpPr>
        <p:spPr>
          <a:xfrm rot="10800000" flipH="1">
            <a:off x="5449158" y="469860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FCF233-AD71-840E-1B7C-0175CC9BFCCC}"/>
              </a:ext>
            </a:extLst>
          </p:cNvPr>
          <p:cNvCxnSpPr>
            <a:cxnSpLocks/>
          </p:cNvCxnSpPr>
          <p:nvPr/>
        </p:nvCxnSpPr>
        <p:spPr>
          <a:xfrm rot="10800000" flipH="1">
            <a:off x="5449158" y="442860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06CC90B-77A6-CD37-B3BC-C0CE0CE25354}"/>
              </a:ext>
            </a:extLst>
          </p:cNvPr>
          <p:cNvCxnSpPr>
            <a:cxnSpLocks/>
          </p:cNvCxnSpPr>
          <p:nvPr/>
        </p:nvCxnSpPr>
        <p:spPr>
          <a:xfrm rot="5400000" flipH="1">
            <a:off x="5450426" y="510360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A2498AE-B749-D6C0-3075-F440FAF530E4}"/>
              </a:ext>
            </a:extLst>
          </p:cNvPr>
          <p:cNvCxnSpPr>
            <a:cxnSpLocks/>
          </p:cNvCxnSpPr>
          <p:nvPr/>
        </p:nvCxnSpPr>
        <p:spPr>
          <a:xfrm rot="5400000" flipH="1">
            <a:off x="5128770" y="496860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D2DBEFA-87D4-F27A-E9CF-288E290879DF}"/>
              </a:ext>
            </a:extLst>
          </p:cNvPr>
          <p:cNvCxnSpPr>
            <a:cxnSpLocks/>
          </p:cNvCxnSpPr>
          <p:nvPr/>
        </p:nvCxnSpPr>
        <p:spPr>
          <a:xfrm rot="5400000" flipH="1">
            <a:off x="5855426" y="496860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832316D-33E3-F5B1-918E-67A72C49A7B6}"/>
              </a:ext>
            </a:extLst>
          </p:cNvPr>
          <p:cNvCxnSpPr>
            <a:cxnSpLocks/>
          </p:cNvCxnSpPr>
          <p:nvPr/>
        </p:nvCxnSpPr>
        <p:spPr>
          <a:xfrm>
            <a:off x="6118501" y="443427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3508F11-F125-2790-82DF-C8A0ECA626DA}"/>
              </a:ext>
            </a:extLst>
          </p:cNvPr>
          <p:cNvCxnSpPr>
            <a:cxnSpLocks/>
          </p:cNvCxnSpPr>
          <p:nvPr/>
        </p:nvCxnSpPr>
        <p:spPr>
          <a:xfrm>
            <a:off x="6118501" y="4974270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C500A07-C85B-2ABB-B5EC-9C735F28C6A5}"/>
              </a:ext>
            </a:extLst>
          </p:cNvPr>
          <p:cNvCxnSpPr>
            <a:cxnSpLocks/>
          </p:cNvCxnSpPr>
          <p:nvPr/>
        </p:nvCxnSpPr>
        <p:spPr>
          <a:xfrm rot="5400000">
            <a:off x="6119769" y="4299270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0A6F5AC-D232-AC35-5FBB-45B5BB3E5F8A}"/>
              </a:ext>
            </a:extLst>
          </p:cNvPr>
          <p:cNvCxnSpPr>
            <a:cxnSpLocks/>
          </p:cNvCxnSpPr>
          <p:nvPr/>
        </p:nvCxnSpPr>
        <p:spPr>
          <a:xfrm rot="5400000">
            <a:off x="5812401" y="416427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41E304E-40B4-16EC-9FD8-D8F1C07027C5}"/>
              </a:ext>
            </a:extLst>
          </p:cNvPr>
          <p:cNvCxnSpPr>
            <a:cxnSpLocks/>
          </p:cNvCxnSpPr>
          <p:nvPr/>
        </p:nvCxnSpPr>
        <p:spPr>
          <a:xfrm rot="5400000">
            <a:off x="6524769" y="416427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8F386E-FC36-D59E-D993-B53DA4FA98B0}"/>
              </a:ext>
            </a:extLst>
          </p:cNvPr>
          <p:cNvCxnSpPr>
            <a:cxnSpLocks/>
          </p:cNvCxnSpPr>
          <p:nvPr/>
        </p:nvCxnSpPr>
        <p:spPr>
          <a:xfrm flipH="1">
            <a:off x="6786990" y="3632895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E602BCF-B37B-53BF-24E5-49535A28DE53}"/>
              </a:ext>
            </a:extLst>
          </p:cNvPr>
          <p:cNvCxnSpPr>
            <a:cxnSpLocks/>
          </p:cNvCxnSpPr>
          <p:nvPr/>
        </p:nvCxnSpPr>
        <p:spPr>
          <a:xfrm flipH="1">
            <a:off x="6786990" y="4172895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382EE00-1D11-A611-CDC9-75590F7C5A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5722" y="3497895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4058BA6-47E8-3155-5794-C870035FD8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0722" y="3362895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2F403EB-A434-D1DB-F137-B61EC1BB22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80722" y="3362895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CBA1466-DFA4-87B3-5E5B-76005CD7FDE5}"/>
              </a:ext>
            </a:extLst>
          </p:cNvPr>
          <p:cNvCxnSpPr>
            <a:cxnSpLocks/>
          </p:cNvCxnSpPr>
          <p:nvPr/>
        </p:nvCxnSpPr>
        <p:spPr>
          <a:xfrm flipH="1" flipV="1">
            <a:off x="6120194" y="36250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B6F337C-90F3-2D4C-9551-97CB0CB899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118926" y="4030092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2EFA497-1130-E166-1AA3-180604E331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31057" y="38950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D034D26-DE30-E277-52B6-C63104C801A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13926" y="38950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6AF649E-2953-19A7-D785-2831A61AB4F2}"/>
              </a:ext>
            </a:extLst>
          </p:cNvPr>
          <p:cNvCxnSpPr>
            <a:cxnSpLocks/>
          </p:cNvCxnSpPr>
          <p:nvPr/>
        </p:nvCxnSpPr>
        <p:spPr>
          <a:xfrm flipH="1">
            <a:off x="5453609" y="363368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A5E6E58-639D-DA91-82A6-E7F36CEA1D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52341" y="3498689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25ED31C-C175-8C27-5DA3-2DEFC5036E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64472" y="336368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A9CA57F-DEFE-ED82-6C11-8C0EE60B4E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47341" y="3363689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155101F-B2AE-4B0B-60D4-CA00699A579F}"/>
              </a:ext>
            </a:extLst>
          </p:cNvPr>
          <p:cNvCxnSpPr>
            <a:cxnSpLocks/>
          </p:cNvCxnSpPr>
          <p:nvPr/>
        </p:nvCxnSpPr>
        <p:spPr>
          <a:xfrm flipH="1" flipV="1">
            <a:off x="4786859" y="362496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EF1F01F-4F39-0840-059A-6BC803F940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85591" y="402996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F81DF3D-68BA-1A5B-51DA-7DFB8E7F24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97722" y="389496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9BB8A0D-3CE2-C583-B39E-3DFB7EA5F8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80591" y="389496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354DE08-FF1B-C11A-37A1-5785692F7778}"/>
              </a:ext>
            </a:extLst>
          </p:cNvPr>
          <p:cNvCxnSpPr>
            <a:cxnSpLocks/>
          </p:cNvCxnSpPr>
          <p:nvPr/>
        </p:nvCxnSpPr>
        <p:spPr>
          <a:xfrm flipH="1" flipV="1">
            <a:off x="4003668" y="44272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6AA6FE8-9D6A-9031-7AF8-3DD4B6309117}"/>
              </a:ext>
            </a:extLst>
          </p:cNvPr>
          <p:cNvCxnSpPr>
            <a:cxnSpLocks/>
          </p:cNvCxnSpPr>
          <p:nvPr/>
        </p:nvCxnSpPr>
        <p:spPr>
          <a:xfrm flipH="1" flipV="1">
            <a:off x="4003668" y="4157292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D4BEF6B-ECFF-943E-99D1-DBC8AE2845F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02400" y="4832292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0A0060DD-4A3F-7177-D051-8D50739C5F2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07400" y="46972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BAA5C76-ABF5-BEA3-2D02-F439D5B054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97400" y="4697292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38C63C8-102F-5232-CE90-0DA309A7CDD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63913" y="389496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76403A7-D6BB-EAAC-560C-34A7CE7CAF5C}"/>
              </a:ext>
            </a:extLst>
          </p:cNvPr>
          <p:cNvCxnSpPr>
            <a:cxnSpLocks/>
          </p:cNvCxnSpPr>
          <p:nvPr/>
        </p:nvCxnSpPr>
        <p:spPr>
          <a:xfrm>
            <a:off x="3336695" y="416840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4C3BFDC-99F7-CAE9-17C9-9B2A3AA3D20F}"/>
              </a:ext>
            </a:extLst>
          </p:cNvPr>
          <p:cNvCxnSpPr>
            <a:cxnSpLocks/>
          </p:cNvCxnSpPr>
          <p:nvPr/>
        </p:nvCxnSpPr>
        <p:spPr>
          <a:xfrm>
            <a:off x="3336695" y="4708400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1C5513F-A73D-665A-39DF-1BD064A2ECA8}"/>
              </a:ext>
            </a:extLst>
          </p:cNvPr>
          <p:cNvCxnSpPr>
            <a:cxnSpLocks/>
          </p:cNvCxnSpPr>
          <p:nvPr/>
        </p:nvCxnSpPr>
        <p:spPr>
          <a:xfrm rot="5400000">
            <a:off x="3337963" y="4033400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AB1B984-ED73-E56D-57AB-3DCFC07C3EB8}"/>
              </a:ext>
            </a:extLst>
          </p:cNvPr>
          <p:cNvCxnSpPr>
            <a:cxnSpLocks/>
          </p:cNvCxnSpPr>
          <p:nvPr/>
        </p:nvCxnSpPr>
        <p:spPr>
          <a:xfrm rot="5400000">
            <a:off x="2987733" y="389840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722E056-2414-0E9F-0D0A-870F0C284937}"/>
              </a:ext>
            </a:extLst>
          </p:cNvPr>
          <p:cNvCxnSpPr>
            <a:cxnSpLocks/>
          </p:cNvCxnSpPr>
          <p:nvPr/>
        </p:nvCxnSpPr>
        <p:spPr>
          <a:xfrm rot="5400000">
            <a:off x="3669938" y="3898400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067D678-43A8-BACA-206E-B825FBB675CE}"/>
              </a:ext>
            </a:extLst>
          </p:cNvPr>
          <p:cNvCxnSpPr>
            <a:cxnSpLocks/>
          </p:cNvCxnSpPr>
          <p:nvPr/>
        </p:nvCxnSpPr>
        <p:spPr>
          <a:xfrm flipH="1">
            <a:off x="3929609" y="3634488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EAB0F58-ECC1-34AB-F419-2B423EEE18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28341" y="3499488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F21822B-5E1B-6BFD-65B4-24A1706E99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40472" y="3364488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ED25130F-1122-B6A5-7687-E38561EF0F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23341" y="3364488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DC84B15-CBFC-8BC4-0F20-453E57A4EFC8}"/>
              </a:ext>
            </a:extLst>
          </p:cNvPr>
          <p:cNvCxnSpPr>
            <a:cxnSpLocks/>
          </p:cNvCxnSpPr>
          <p:nvPr/>
        </p:nvCxnSpPr>
        <p:spPr>
          <a:xfrm rot="5400000" flipV="1">
            <a:off x="2996733" y="3364174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F8024B7-1E16-7CF4-9E2A-894552EF7B3C}"/>
              </a:ext>
            </a:extLst>
          </p:cNvPr>
          <p:cNvCxnSpPr>
            <a:cxnSpLocks/>
          </p:cNvCxnSpPr>
          <p:nvPr/>
        </p:nvCxnSpPr>
        <p:spPr>
          <a:xfrm rot="5400000" flipV="1">
            <a:off x="2596293" y="3499174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B7D60FC-C64F-0176-7FE9-01635FFA54DD}"/>
              </a:ext>
            </a:extLst>
          </p:cNvPr>
          <p:cNvCxnSpPr>
            <a:cxnSpLocks/>
          </p:cNvCxnSpPr>
          <p:nvPr/>
        </p:nvCxnSpPr>
        <p:spPr>
          <a:xfrm flipV="1">
            <a:off x="1929847" y="3605213"/>
            <a:ext cx="0" cy="562745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4715161-81BF-E6C5-02BA-AAE1BA23EB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28579" y="4007558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200DBAB-74DC-1667-4307-63723ECF7D3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78811" y="3872558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CB71E13-A5EB-155E-57FA-2AADAC6613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3579" y="3872558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7B8B062-F303-7E6C-5761-C69C0DD5BF77}"/>
              </a:ext>
            </a:extLst>
          </p:cNvPr>
          <p:cNvCxnSpPr>
            <a:cxnSpLocks/>
          </p:cNvCxnSpPr>
          <p:nvPr/>
        </p:nvCxnSpPr>
        <p:spPr>
          <a:xfrm rot="5400000" flipV="1">
            <a:off x="2454098" y="3364174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B6F141F-388A-62E4-AE6C-1264BCC5BC91}"/>
              </a:ext>
            </a:extLst>
          </p:cNvPr>
          <p:cNvCxnSpPr>
            <a:cxnSpLocks/>
          </p:cNvCxnSpPr>
          <p:nvPr/>
        </p:nvCxnSpPr>
        <p:spPr>
          <a:xfrm rot="5400000" flipV="1">
            <a:off x="2053658" y="3499174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7B31E11-232D-C2C9-30E9-625101E32712}"/>
              </a:ext>
            </a:extLst>
          </p:cNvPr>
          <p:cNvCxnSpPr>
            <a:cxnSpLocks/>
          </p:cNvCxnSpPr>
          <p:nvPr/>
        </p:nvCxnSpPr>
        <p:spPr>
          <a:xfrm rot="5400000" flipV="1">
            <a:off x="2277599" y="3969011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201314EC-037B-AC34-E9BF-5D2E51E873F6}"/>
              </a:ext>
            </a:extLst>
          </p:cNvPr>
          <p:cNvCxnSpPr>
            <a:cxnSpLocks/>
          </p:cNvCxnSpPr>
          <p:nvPr/>
        </p:nvCxnSpPr>
        <p:spPr>
          <a:xfrm rot="5400000" flipV="1">
            <a:off x="1877159" y="4104011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D17050A-E7B1-ED23-E3F6-28E478703115}"/>
              </a:ext>
            </a:extLst>
          </p:cNvPr>
          <p:cNvCxnSpPr>
            <a:cxnSpLocks/>
          </p:cNvCxnSpPr>
          <p:nvPr/>
        </p:nvCxnSpPr>
        <p:spPr>
          <a:xfrm rot="5400000" flipV="1">
            <a:off x="1715916" y="3969011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83DB1F7-5AA9-0C20-2947-B621E56CD221}"/>
              </a:ext>
            </a:extLst>
          </p:cNvPr>
          <p:cNvCxnSpPr>
            <a:cxnSpLocks/>
          </p:cNvCxnSpPr>
          <p:nvPr/>
        </p:nvCxnSpPr>
        <p:spPr>
          <a:xfrm rot="5400000" flipV="1">
            <a:off x="1315476" y="4104011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B97DCC5-9F97-8691-5B98-134E5E895DC8}"/>
              </a:ext>
            </a:extLst>
          </p:cNvPr>
          <p:cNvCxnSpPr>
            <a:cxnSpLocks/>
          </p:cNvCxnSpPr>
          <p:nvPr/>
        </p:nvCxnSpPr>
        <p:spPr>
          <a:xfrm rot="5400000" flipV="1">
            <a:off x="1574338" y="3969011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D63219A-6D53-877F-3468-75673A4853AA}"/>
              </a:ext>
            </a:extLst>
          </p:cNvPr>
          <p:cNvCxnSpPr>
            <a:cxnSpLocks/>
          </p:cNvCxnSpPr>
          <p:nvPr/>
        </p:nvCxnSpPr>
        <p:spPr>
          <a:xfrm rot="5400000" flipV="1">
            <a:off x="1173898" y="4104011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480DCD7-5A6B-DF3A-5105-8FCCE2B1BBE1}"/>
              </a:ext>
            </a:extLst>
          </p:cNvPr>
          <p:cNvCxnSpPr>
            <a:cxnSpLocks/>
          </p:cNvCxnSpPr>
          <p:nvPr/>
        </p:nvCxnSpPr>
        <p:spPr>
          <a:xfrm>
            <a:off x="2540419" y="4111625"/>
            <a:ext cx="0" cy="160338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19570D1-A995-5B9D-41AE-98AE092CEBC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40642" y="4157820"/>
            <a:ext cx="0" cy="27886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004621E-ADF6-87DB-BA3F-38F9601AED4B}"/>
              </a:ext>
            </a:extLst>
          </p:cNvPr>
          <p:cNvCxnSpPr>
            <a:cxnSpLocks/>
          </p:cNvCxnSpPr>
          <p:nvPr/>
        </p:nvCxnSpPr>
        <p:spPr>
          <a:xfrm rot="5400000" flipV="1">
            <a:off x="1669085" y="6452786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237E485-96A2-07D7-8DF2-DEF7FDF626A6}"/>
              </a:ext>
            </a:extLst>
          </p:cNvPr>
          <p:cNvCxnSpPr>
            <a:cxnSpLocks/>
          </p:cNvCxnSpPr>
          <p:nvPr/>
        </p:nvCxnSpPr>
        <p:spPr>
          <a:xfrm rot="5400000" flipV="1">
            <a:off x="1268645" y="6587786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02969AE-4F4A-6F15-25A2-5F7FA155BB0C}"/>
              </a:ext>
            </a:extLst>
          </p:cNvPr>
          <p:cNvCxnSpPr>
            <a:cxnSpLocks/>
          </p:cNvCxnSpPr>
          <p:nvPr/>
        </p:nvCxnSpPr>
        <p:spPr>
          <a:xfrm flipV="1">
            <a:off x="1047913" y="4505423"/>
            <a:ext cx="0" cy="54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0188EA5-6B4B-1D4C-EB70-7742A23CE0D0}"/>
              </a:ext>
            </a:extLst>
          </p:cNvPr>
          <p:cNvCxnSpPr>
            <a:cxnSpLocks/>
          </p:cNvCxnSpPr>
          <p:nvPr/>
        </p:nvCxnSpPr>
        <p:spPr>
          <a:xfrm flipV="1">
            <a:off x="1047913" y="423542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95B079C-DF13-E7EB-E82C-62B3947D6D48}"/>
              </a:ext>
            </a:extLst>
          </p:cNvPr>
          <p:cNvCxnSpPr>
            <a:cxnSpLocks/>
          </p:cNvCxnSpPr>
          <p:nvPr/>
        </p:nvCxnSpPr>
        <p:spPr>
          <a:xfrm flipV="1">
            <a:off x="1047913" y="5310863"/>
            <a:ext cx="0" cy="51685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9FFBE9C-4E28-B460-09C9-678196102629}"/>
              </a:ext>
            </a:extLst>
          </p:cNvPr>
          <p:cNvCxnSpPr>
            <a:cxnSpLocks/>
          </p:cNvCxnSpPr>
          <p:nvPr/>
        </p:nvCxnSpPr>
        <p:spPr>
          <a:xfrm flipV="1">
            <a:off x="1047913" y="504086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EBA5F9F-F555-8503-551D-E58CBBF3160F}"/>
              </a:ext>
            </a:extLst>
          </p:cNvPr>
          <p:cNvCxnSpPr>
            <a:cxnSpLocks/>
          </p:cNvCxnSpPr>
          <p:nvPr/>
        </p:nvCxnSpPr>
        <p:spPr>
          <a:xfrm flipV="1">
            <a:off x="1047913" y="5979876"/>
            <a:ext cx="0" cy="51685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A97B4B7-3759-222C-A33E-C5A3591D1AB0}"/>
              </a:ext>
            </a:extLst>
          </p:cNvPr>
          <p:cNvCxnSpPr>
            <a:cxnSpLocks/>
          </p:cNvCxnSpPr>
          <p:nvPr/>
        </p:nvCxnSpPr>
        <p:spPr>
          <a:xfrm flipV="1">
            <a:off x="1047913" y="5709876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8CCF480-2535-AB6C-A69C-7A11E900F32F}"/>
              </a:ext>
            </a:extLst>
          </p:cNvPr>
          <p:cNvCxnSpPr>
            <a:cxnSpLocks/>
          </p:cNvCxnSpPr>
          <p:nvPr/>
        </p:nvCxnSpPr>
        <p:spPr>
          <a:xfrm flipV="1">
            <a:off x="1047913" y="6202244"/>
            <a:ext cx="0" cy="51685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E1F55B3-04E4-A759-DB15-6E021CE2D20A}"/>
              </a:ext>
            </a:extLst>
          </p:cNvPr>
          <p:cNvCxnSpPr>
            <a:cxnSpLocks/>
          </p:cNvCxnSpPr>
          <p:nvPr/>
        </p:nvCxnSpPr>
        <p:spPr>
          <a:xfrm flipV="1">
            <a:off x="1047913" y="5929863"/>
            <a:ext cx="0" cy="27000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658A627-FC03-EBDD-3DDB-D2443A7208F4}"/>
              </a:ext>
            </a:extLst>
          </p:cNvPr>
          <p:cNvCxnSpPr>
            <a:cxnSpLocks/>
          </p:cNvCxnSpPr>
          <p:nvPr/>
        </p:nvCxnSpPr>
        <p:spPr>
          <a:xfrm flipV="1">
            <a:off x="1047913" y="6547526"/>
            <a:ext cx="0" cy="51685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61DBD2C-2511-2908-C201-4D167FD62580}"/>
              </a:ext>
            </a:extLst>
          </p:cNvPr>
          <p:cNvCxnSpPr>
            <a:cxnSpLocks/>
          </p:cNvCxnSpPr>
          <p:nvPr/>
        </p:nvCxnSpPr>
        <p:spPr>
          <a:xfrm flipV="1">
            <a:off x="1143163" y="6711951"/>
            <a:ext cx="0" cy="352425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F76043A-3AC3-90DE-BE62-BE918C539781}"/>
              </a:ext>
            </a:extLst>
          </p:cNvPr>
          <p:cNvSpPr/>
          <p:nvPr/>
        </p:nvSpPr>
        <p:spPr>
          <a:xfrm>
            <a:off x="1143114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57657D1-FF6E-9346-1E8B-28B134659FA3}"/>
              </a:ext>
            </a:extLst>
          </p:cNvPr>
          <p:cNvSpPr/>
          <p:nvPr/>
        </p:nvSpPr>
        <p:spPr>
          <a:xfrm>
            <a:off x="791739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65579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165064-FE0B-80C7-8B57-8356C7D2B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6" y="2353896"/>
            <a:ext cx="6320028" cy="1804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3B3551-2D81-2A80-12DF-D2C411CF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6" y="4063492"/>
            <a:ext cx="6320028" cy="1804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D9D322-569E-A574-226E-236ED922F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6" y="5868283"/>
            <a:ext cx="6320028" cy="1804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6D5EB9-FFC8-FC25-9373-CABDC548A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6" y="7577879"/>
            <a:ext cx="6320028" cy="1804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997FED-E04A-1D20-3C59-129FCBB64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13" y="0"/>
            <a:ext cx="3210373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17679-4E7D-CF94-F8CF-7EFD47B2F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6993"/>
            <a:ext cx="6858000" cy="525201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D99302-A83A-FE30-A267-1D7597BD2BAC}"/>
              </a:ext>
            </a:extLst>
          </p:cNvPr>
          <p:cNvCxnSpPr/>
          <p:nvPr/>
        </p:nvCxnSpPr>
        <p:spPr>
          <a:xfrm flipV="1">
            <a:off x="2959540" y="1649145"/>
            <a:ext cx="3879410" cy="4019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9C800-7607-276D-60C0-20A905070287}"/>
              </a:ext>
            </a:extLst>
          </p:cNvPr>
          <p:cNvCxnSpPr>
            <a:cxnSpLocks/>
          </p:cNvCxnSpPr>
          <p:nvPr/>
        </p:nvCxnSpPr>
        <p:spPr>
          <a:xfrm flipV="1">
            <a:off x="2816665" y="723900"/>
            <a:ext cx="2722123" cy="4854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10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091C-14E3-67E0-7FD9-B181DDEC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D92AC-4EC7-8F15-8A8B-2121D40CAF78}"/>
              </a:ext>
            </a:extLst>
          </p:cNvPr>
          <p:cNvGrpSpPr/>
          <p:nvPr/>
        </p:nvGrpSpPr>
        <p:grpSpPr>
          <a:xfrm>
            <a:off x="1202064" y="4255690"/>
            <a:ext cx="1404767" cy="868733"/>
            <a:chOff x="1202064" y="4255690"/>
            <a:chExt cx="1404767" cy="86873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321015-01F4-117A-3C15-43CC119E3D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508AAB6-1F03-469F-42B6-9FE600AF482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9114258-8581-8D38-B518-170D26FFA4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AE887B-973F-9073-AD24-A13B6CDFB9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25AD82-B1A7-3FA7-7468-40A42A1CC9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Decision 16">
              <a:extLst>
                <a:ext uri="{FF2B5EF4-FFF2-40B4-BE49-F238E27FC236}">
                  <a16:creationId xmlns:a16="http://schemas.microsoft.com/office/drawing/2014/main" id="{7FFDDB42-3CD0-57BD-7469-60B979F07048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050F12-623E-01FF-D980-2EB3DE42179A}"/>
              </a:ext>
            </a:extLst>
          </p:cNvPr>
          <p:cNvGrpSpPr/>
          <p:nvPr/>
        </p:nvGrpSpPr>
        <p:grpSpPr>
          <a:xfrm>
            <a:off x="1967083" y="4304899"/>
            <a:ext cx="1314280" cy="868733"/>
            <a:chOff x="1971845" y="4314423"/>
            <a:chExt cx="1314280" cy="86873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3101D0-6930-5582-F200-625BE9FEA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1125" y="458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1A43E3-1A36-07E6-F393-13820728A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1125" y="431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DC7DBC8-6ADB-FE77-2663-074DF1201D4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611125" y="498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AC778B-16BA-3C8D-CC83-0014943D63E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275181" y="485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9E8E518-6D9C-E352-382A-867B194A511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016125" y="485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Decision 24">
              <a:extLst>
                <a:ext uri="{FF2B5EF4-FFF2-40B4-BE49-F238E27FC236}">
                  <a16:creationId xmlns:a16="http://schemas.microsoft.com/office/drawing/2014/main" id="{D55DC6C1-BD82-505D-BEFC-8885F717AF54}"/>
                </a:ext>
              </a:extLst>
            </p:cNvPr>
            <p:cNvSpPr/>
            <p:nvPr/>
          </p:nvSpPr>
          <p:spPr>
            <a:xfrm flipV="1">
              <a:off x="1971845" y="506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8E8D7D-3B49-A2D3-6985-B684836F7A8C}"/>
              </a:ext>
            </a:extLst>
          </p:cNvPr>
          <p:cNvCxnSpPr>
            <a:cxnSpLocks/>
          </p:cNvCxnSpPr>
          <p:nvPr/>
        </p:nvCxnSpPr>
        <p:spPr>
          <a:xfrm flipV="1">
            <a:off x="1930563" y="539442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6BF302-0C2A-EEE2-E22F-BE8A8129D434}"/>
              </a:ext>
            </a:extLst>
          </p:cNvPr>
          <p:cNvCxnSpPr>
            <a:cxnSpLocks/>
          </p:cNvCxnSpPr>
          <p:nvPr/>
        </p:nvCxnSpPr>
        <p:spPr>
          <a:xfrm flipV="1">
            <a:off x="1930563" y="512442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A91771-B965-BB3B-4DD4-574E7CDB9404}"/>
              </a:ext>
            </a:extLst>
          </p:cNvPr>
          <p:cNvCxnSpPr>
            <a:cxnSpLocks/>
          </p:cNvCxnSpPr>
          <p:nvPr/>
        </p:nvCxnSpPr>
        <p:spPr>
          <a:xfrm flipV="1">
            <a:off x="1930563" y="6199863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1B5544-E0DE-EA0C-C7B3-933C0C37C1BC}"/>
              </a:ext>
            </a:extLst>
          </p:cNvPr>
          <p:cNvCxnSpPr>
            <a:cxnSpLocks/>
          </p:cNvCxnSpPr>
          <p:nvPr/>
        </p:nvCxnSpPr>
        <p:spPr>
          <a:xfrm flipV="1">
            <a:off x="1930563" y="5929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BB9D12-8794-AF9D-D4B3-E542C50682FD}"/>
              </a:ext>
            </a:extLst>
          </p:cNvPr>
          <p:cNvGrpSpPr/>
          <p:nvPr/>
        </p:nvGrpSpPr>
        <p:grpSpPr>
          <a:xfrm>
            <a:off x="7581900" y="2843736"/>
            <a:ext cx="1404767" cy="868733"/>
            <a:chOff x="1202064" y="4255690"/>
            <a:chExt cx="1404767" cy="868733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B3E324-0E27-D28F-D54D-441F0135F401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DFCB29-34D9-1D74-C992-0AFE6E8FF1F5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3AFE7-9CD8-060A-8CEF-8F5D1855FA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F8E6921-A95F-BE09-A575-C2B409CA85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A4F749-1CD4-748E-A001-F7A130D7B4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lowchart: Decision 37">
              <a:extLst>
                <a:ext uri="{FF2B5EF4-FFF2-40B4-BE49-F238E27FC236}">
                  <a16:creationId xmlns:a16="http://schemas.microsoft.com/office/drawing/2014/main" id="{1CB7DB54-281F-4162-4014-E778F948ED3B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A29D60-1DBA-21C3-93C4-9B7C65985F8F}"/>
              </a:ext>
            </a:extLst>
          </p:cNvPr>
          <p:cNvGrpSpPr/>
          <p:nvPr/>
        </p:nvGrpSpPr>
        <p:grpSpPr>
          <a:xfrm flipH="1" flipV="1">
            <a:off x="2599950" y="5108549"/>
            <a:ext cx="1404767" cy="868733"/>
            <a:chOff x="1202064" y="4255690"/>
            <a:chExt cx="1404767" cy="86873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D04A7DD-C390-D5D4-B101-9D46B7DB476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4D747C-1309-90D7-4AEE-E2F832E530E0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A2B5B1-9D15-852C-7DBA-B35C8AAEDC2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8BBE6EB-22A8-5749-6555-F41B091F1A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B19DF2A-91F0-7D49-9A21-ABA412FD6E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90FB7DEE-CEC6-E8CF-935E-E1877113F219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AA0F814-A342-961C-E640-B3DD28E0802B}"/>
              </a:ext>
            </a:extLst>
          </p:cNvPr>
          <p:cNvGrpSpPr/>
          <p:nvPr/>
        </p:nvGrpSpPr>
        <p:grpSpPr>
          <a:xfrm flipV="1">
            <a:off x="1967811" y="5912993"/>
            <a:ext cx="1319044" cy="868733"/>
            <a:chOff x="1287787" y="4255690"/>
            <a:chExt cx="1319044" cy="86873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9D27064-A171-C7BC-46DE-90D9BBFFE708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F9F25EE-5532-DEFC-E4A1-C818D25B34F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E0ECAE-1ED6-44CA-F8AE-6F95D9E00F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AF10FBE-07D2-9269-8C00-75702D25DBB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3399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FA8B600-AC06-1970-1F3F-07D34906295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lowchart: Decision 51">
              <a:extLst>
                <a:ext uri="{FF2B5EF4-FFF2-40B4-BE49-F238E27FC236}">
                  <a16:creationId xmlns:a16="http://schemas.microsoft.com/office/drawing/2014/main" id="{973047EA-1A92-82D4-55F1-C2DBB9247B24}"/>
                </a:ext>
              </a:extLst>
            </p:cNvPr>
            <p:cNvSpPr/>
            <p:nvPr/>
          </p:nvSpPr>
          <p:spPr>
            <a:xfrm>
              <a:off x="1287787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47A19BB-7C22-554D-C1E3-14D94388CB4A}"/>
              </a:ext>
            </a:extLst>
          </p:cNvPr>
          <p:cNvGrpSpPr/>
          <p:nvPr/>
        </p:nvGrpSpPr>
        <p:grpSpPr>
          <a:xfrm rot="16200000" flipV="1">
            <a:off x="3029915" y="6316010"/>
            <a:ext cx="1404767" cy="868733"/>
            <a:chOff x="1202064" y="4255690"/>
            <a:chExt cx="1404767" cy="86873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A618CEA-F6EB-C000-BE5B-540A9F13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ECD5C66-3D19-C2FD-1552-57BBD4DB774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DB236E-9173-A924-D8D7-B0EB00A1D7A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DC688FF-7C82-103E-6D2F-F97C2C00BD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7B5BCA3-A297-14C5-FBA6-01A6C77FE1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lowchart: Decision 61">
              <a:extLst>
                <a:ext uri="{FF2B5EF4-FFF2-40B4-BE49-F238E27FC236}">
                  <a16:creationId xmlns:a16="http://schemas.microsoft.com/office/drawing/2014/main" id="{4C28D9F1-F828-9967-5341-D28EEE0977B5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1B77ED-FCA0-1882-50BB-BE5AE6836656}"/>
              </a:ext>
            </a:extLst>
          </p:cNvPr>
          <p:cNvGrpSpPr/>
          <p:nvPr/>
        </p:nvGrpSpPr>
        <p:grpSpPr>
          <a:xfrm rot="10800000" flipH="1" flipV="1">
            <a:off x="3380339" y="5179659"/>
            <a:ext cx="1404767" cy="868733"/>
            <a:chOff x="1202064" y="4255690"/>
            <a:chExt cx="1404767" cy="868733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8CFDE5-1E69-6CA8-2C72-DFB5224DE65D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E08A782-F1DA-461D-DE8B-691184C04EA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289DD06-64C2-F3B2-A64A-7CB60C588C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1471ACE-01F4-3ABF-D2C0-BF0F658723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665B8E1-5E99-1015-B808-56862999E7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lowchart: Decision 68">
              <a:extLst>
                <a:ext uri="{FF2B5EF4-FFF2-40B4-BE49-F238E27FC236}">
                  <a16:creationId xmlns:a16="http://schemas.microsoft.com/office/drawing/2014/main" id="{C3DD57BA-89B3-8C44-DB23-D84865A25408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8AFD150-EF22-6C74-473B-295B22BFDEC0}"/>
              </a:ext>
            </a:extLst>
          </p:cNvPr>
          <p:cNvGrpSpPr/>
          <p:nvPr/>
        </p:nvGrpSpPr>
        <p:grpSpPr>
          <a:xfrm rot="10800000" flipH="1" flipV="1">
            <a:off x="4047740" y="4379401"/>
            <a:ext cx="1404767" cy="868733"/>
            <a:chOff x="1202064" y="4255690"/>
            <a:chExt cx="1404767" cy="868733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99F754F-5001-3A5D-178D-E4C720060C7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16995F7-196F-185A-6BEE-F1F9F50CD01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0B2E544-CA63-CFD2-0051-F92C3D1AEF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40D0686-DD3D-B1AA-9761-615201A324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F659E55-E0D4-4E04-46FE-DE79636A6B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Flowchart: Decision 75">
              <a:extLst>
                <a:ext uri="{FF2B5EF4-FFF2-40B4-BE49-F238E27FC236}">
                  <a16:creationId xmlns:a16="http://schemas.microsoft.com/office/drawing/2014/main" id="{BD2765D0-D362-55CB-195B-7C429BE0F856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D2D668F-9CE5-DEA2-1F20-E61DC186E9D9}"/>
              </a:ext>
            </a:extLst>
          </p:cNvPr>
          <p:cNvGrpSpPr/>
          <p:nvPr/>
        </p:nvGrpSpPr>
        <p:grpSpPr>
          <a:xfrm rot="10800000" flipH="1">
            <a:off x="4831624" y="4428609"/>
            <a:ext cx="1293802" cy="868733"/>
            <a:chOff x="1313029" y="4255690"/>
            <a:chExt cx="1293802" cy="868733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E66EFF3-232E-2153-B719-3E57C8B5B9D1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DCFD016-8337-7876-BA7E-6924F364FDF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ADE8E32-3A55-54B3-825B-9F59233D015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4DF46D6-BBB5-4BE5-FF83-1443409391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0175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AC88F41-C443-B1CA-EF04-3E9F765BD8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lowchart: Decision 82">
              <a:extLst>
                <a:ext uri="{FF2B5EF4-FFF2-40B4-BE49-F238E27FC236}">
                  <a16:creationId xmlns:a16="http://schemas.microsoft.com/office/drawing/2014/main" id="{369FA190-7F75-AA16-451C-DF68A28D9675}"/>
                </a:ext>
              </a:extLst>
            </p:cNvPr>
            <p:cNvSpPr/>
            <p:nvPr/>
          </p:nvSpPr>
          <p:spPr>
            <a:xfrm>
              <a:off x="1313029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D3B1419-858E-E34F-D161-AF3C8EBA87C7}"/>
              </a:ext>
            </a:extLst>
          </p:cNvPr>
          <p:cNvGrpSpPr/>
          <p:nvPr/>
        </p:nvGrpSpPr>
        <p:grpSpPr>
          <a:xfrm>
            <a:off x="5501919" y="4375537"/>
            <a:ext cx="1292850" cy="868733"/>
            <a:chOff x="1313981" y="4255690"/>
            <a:chExt cx="1292850" cy="86873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1244625-7EBF-C1D0-77EE-1CD034553144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7BD936F-568D-DF5E-0453-FD7CEB81B7E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EC6E396-7748-A087-D1B4-28CDA6DC7FC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1EB003F-5810-17A4-14AE-F6DFE65B83E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24463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FEA18DE-18D3-6522-829A-EB90965AD1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lowchart: Decision 89">
              <a:extLst>
                <a:ext uri="{FF2B5EF4-FFF2-40B4-BE49-F238E27FC236}">
                  <a16:creationId xmlns:a16="http://schemas.microsoft.com/office/drawing/2014/main" id="{2FA70292-3AE7-1B29-1C01-FBF2AC5A101F}"/>
                </a:ext>
              </a:extLst>
            </p:cNvPr>
            <p:cNvSpPr/>
            <p:nvPr/>
          </p:nvSpPr>
          <p:spPr>
            <a:xfrm>
              <a:off x="1313981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35B157B-0CA3-DB6B-7CBA-9A5DDBF741A8}"/>
              </a:ext>
            </a:extLst>
          </p:cNvPr>
          <p:cNvGrpSpPr/>
          <p:nvPr/>
        </p:nvGrpSpPr>
        <p:grpSpPr>
          <a:xfrm flipH="1">
            <a:off x="6110722" y="3574162"/>
            <a:ext cx="1404767" cy="868733"/>
            <a:chOff x="1202064" y="4255690"/>
            <a:chExt cx="1404767" cy="868733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69395D3-8544-7862-D070-F9ABDAA056D3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CFABB56-95C3-CE56-3255-FEB9653FD9DA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D4D44FB-BE03-9F9E-76F4-1BE3B2BAB6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2566F0D-7856-ACBE-A81E-1DA3D6AAD7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DDCE262-2516-C6F4-23EF-DFE109619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Flowchart: Decision 96">
              <a:extLst>
                <a:ext uri="{FF2B5EF4-FFF2-40B4-BE49-F238E27FC236}">
                  <a16:creationId xmlns:a16="http://schemas.microsoft.com/office/drawing/2014/main" id="{68D6A891-E9C7-5C29-6928-F8BD9407211A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D9B112C-C967-1FE1-A1B9-98EA8D8447C2}"/>
              </a:ext>
            </a:extLst>
          </p:cNvPr>
          <p:cNvGrpSpPr/>
          <p:nvPr/>
        </p:nvGrpSpPr>
        <p:grpSpPr>
          <a:xfrm flipH="1" flipV="1">
            <a:off x="5443926" y="3625092"/>
            <a:ext cx="1292848" cy="598733"/>
            <a:chOff x="1313983" y="4255690"/>
            <a:chExt cx="1292848" cy="598733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DEC33AA-9909-3BA6-56E4-A24A1677CCA2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A899884-E555-A541-7B7C-8EC6B2A870D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FF8F5ED-8A46-1AFD-B099-13BC6B652E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4A7789C-AF01-EB98-16DD-04E92376D7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Flowchart: Decision 103">
              <a:extLst>
                <a:ext uri="{FF2B5EF4-FFF2-40B4-BE49-F238E27FC236}">
                  <a16:creationId xmlns:a16="http://schemas.microsoft.com/office/drawing/2014/main" id="{16696DF8-8672-6E7D-6612-4CA71E2A984A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07E5ACA-6D3C-7164-B172-F582C24043E3}"/>
              </a:ext>
            </a:extLst>
          </p:cNvPr>
          <p:cNvGrpSpPr/>
          <p:nvPr/>
        </p:nvGrpSpPr>
        <p:grpSpPr>
          <a:xfrm flipH="1">
            <a:off x="4777341" y="3574956"/>
            <a:ext cx="1292848" cy="598733"/>
            <a:chOff x="1313983" y="4255690"/>
            <a:chExt cx="1292848" cy="598733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7D29F6E-5C18-1D3D-4C71-F0958456E108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9F55D80-50FE-DF36-C7F0-507BAA5397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79FD91-5F0C-B267-0E3A-B47E684509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896A9A9-4E19-9C4E-9BDF-152C5E6AE72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Flowchart: Decision 109">
              <a:extLst>
                <a:ext uri="{FF2B5EF4-FFF2-40B4-BE49-F238E27FC236}">
                  <a16:creationId xmlns:a16="http://schemas.microsoft.com/office/drawing/2014/main" id="{121A8BA1-C3F2-55D3-B907-35DFC865A140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CA80782-AB17-BDAE-58CE-34FB086810C9}"/>
              </a:ext>
            </a:extLst>
          </p:cNvPr>
          <p:cNvGrpSpPr/>
          <p:nvPr/>
        </p:nvGrpSpPr>
        <p:grpSpPr>
          <a:xfrm flipH="1" flipV="1">
            <a:off x="4110591" y="3624963"/>
            <a:ext cx="1292848" cy="598733"/>
            <a:chOff x="1313983" y="4255690"/>
            <a:chExt cx="1292848" cy="598733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CD3D40F-7533-9200-D549-4B0D251E6F12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A2B38A5-E7CB-3D2B-545C-B4795937AEB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02AD8F2-D45D-5C3F-E19B-DC74E22B5F2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866AD49-B7A2-4023-059A-094FD76AF9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lowchart: Decision 115">
              <a:extLst>
                <a:ext uri="{FF2B5EF4-FFF2-40B4-BE49-F238E27FC236}">
                  <a16:creationId xmlns:a16="http://schemas.microsoft.com/office/drawing/2014/main" id="{F5D14B35-C9CA-FF2A-B76C-8D9CD3F90320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919EC86-4488-2035-1C42-D77D4A0E542A}"/>
              </a:ext>
            </a:extLst>
          </p:cNvPr>
          <p:cNvGrpSpPr/>
          <p:nvPr/>
        </p:nvGrpSpPr>
        <p:grpSpPr>
          <a:xfrm flipH="1" flipV="1">
            <a:off x="3327400" y="4157292"/>
            <a:ext cx="1404767" cy="868733"/>
            <a:chOff x="1202064" y="4255690"/>
            <a:chExt cx="1404767" cy="868733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3D0DA06-4513-EBA6-D9E7-4DA5707F5956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09CDE08-2AFE-5720-2454-15F8A68C1C38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F8AA40-044A-DEAC-F6D4-E372E25771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257C4AC-9EB6-9FCD-09F8-AE19D7314E1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2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685AE6E-2944-34C4-5ABA-CD363BC176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Flowchart: Decision 128">
              <a:extLst>
                <a:ext uri="{FF2B5EF4-FFF2-40B4-BE49-F238E27FC236}">
                  <a16:creationId xmlns:a16="http://schemas.microsoft.com/office/drawing/2014/main" id="{782EEBC5-DD6A-84B9-499A-A8E1713F71A3}"/>
                </a:ext>
              </a:extLst>
            </p:cNvPr>
            <p:cNvSpPr/>
            <p:nvPr/>
          </p:nvSpPr>
          <p:spPr>
            <a:xfrm>
              <a:off x="1202064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C014E29-3A16-22CC-0F3A-6B391282C5C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63913" y="389496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D5DAA14-E1DA-E3C7-62DD-89666A5C1C2A}"/>
              </a:ext>
            </a:extLst>
          </p:cNvPr>
          <p:cNvGrpSpPr/>
          <p:nvPr/>
        </p:nvGrpSpPr>
        <p:grpSpPr>
          <a:xfrm>
            <a:off x="2667728" y="4109667"/>
            <a:ext cx="1272210" cy="868733"/>
            <a:chOff x="1261596" y="4255690"/>
            <a:chExt cx="1272210" cy="868733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73BA4BF-94FC-A35D-C9FB-C34B0E87C41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2C053D1-7042-C10D-3446-EDB2A0FD055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854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CC9B63F-FD63-ACF3-DF05-5D0DD741F88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853C274-72DE-A746-F23F-E9915B37E2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8160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D83264F-F9E0-FC4A-F62B-70AF05B46A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263806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Flowchart: Decision 136">
              <a:extLst>
                <a:ext uri="{FF2B5EF4-FFF2-40B4-BE49-F238E27FC236}">
                  <a16:creationId xmlns:a16="http://schemas.microsoft.com/office/drawing/2014/main" id="{964B8776-DA62-3B64-889B-FF8248C30A1B}"/>
                </a:ext>
              </a:extLst>
            </p:cNvPr>
            <p:cNvSpPr/>
            <p:nvPr/>
          </p:nvSpPr>
          <p:spPr>
            <a:xfrm>
              <a:off x="1261596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62B2245-2ECD-1EED-05DC-5710A4E84C06}"/>
              </a:ext>
            </a:extLst>
          </p:cNvPr>
          <p:cNvGrpSpPr/>
          <p:nvPr/>
        </p:nvGrpSpPr>
        <p:grpSpPr>
          <a:xfrm flipH="1">
            <a:off x="3253341" y="3575755"/>
            <a:ext cx="1292848" cy="598733"/>
            <a:chOff x="1313983" y="4255690"/>
            <a:chExt cx="1292848" cy="598733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89DE566-77FD-21C2-9C09-A292674A36F2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8F85602-CC37-1651-4F9F-B14CF3A58A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4D8EA48-F6A3-4658-D711-4C92B7A5CF6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19700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B107BFE-665B-D873-27FE-FDF2708587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Flowchart: Decision 142">
              <a:extLst>
                <a:ext uri="{FF2B5EF4-FFF2-40B4-BE49-F238E27FC236}">
                  <a16:creationId xmlns:a16="http://schemas.microsoft.com/office/drawing/2014/main" id="{27C4A7A6-CE53-A16B-1561-BF9549DD2FA5}"/>
                </a:ext>
              </a:extLst>
            </p:cNvPr>
            <p:cNvSpPr/>
            <p:nvPr/>
          </p:nvSpPr>
          <p:spPr>
            <a:xfrm>
              <a:off x="1313983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81161AF-A29E-FCB4-6F97-1CF5566A7310}"/>
              </a:ext>
            </a:extLst>
          </p:cNvPr>
          <p:cNvGrpSpPr/>
          <p:nvPr/>
        </p:nvGrpSpPr>
        <p:grpSpPr>
          <a:xfrm rot="5400000">
            <a:off x="2864013" y="3231454"/>
            <a:ext cx="0" cy="805440"/>
            <a:chOff x="2082963" y="5546823"/>
            <a:chExt cx="0" cy="805440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F235162-8380-4952-8C6A-9D495F24BE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58B787E-248D-1A7B-4BBB-C7EA0CBE0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63CC8A1-FDD3-CB80-E1C5-7346B20D0F0C}"/>
              </a:ext>
            </a:extLst>
          </p:cNvPr>
          <p:cNvGrpSpPr/>
          <p:nvPr/>
        </p:nvGrpSpPr>
        <p:grpSpPr>
          <a:xfrm flipH="1" flipV="1">
            <a:off x="1215290" y="3627958"/>
            <a:ext cx="1333521" cy="598733"/>
            <a:chOff x="1311599" y="4255690"/>
            <a:chExt cx="1333521" cy="598733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FDF3F3C-6174-096F-6E64-5A352631F82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563" y="431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A534867-197A-5B30-729C-44024E3831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1831" y="417942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F5554FB-6C01-70BF-E007-A2436EB96E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81599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A20A108-878A-1F9D-797C-20E2E49F4E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36831" y="40444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Flowchart: Decision 152">
              <a:extLst>
                <a:ext uri="{FF2B5EF4-FFF2-40B4-BE49-F238E27FC236}">
                  <a16:creationId xmlns:a16="http://schemas.microsoft.com/office/drawing/2014/main" id="{91CF93E0-62F1-C03C-165C-F5B8E21C992B}"/>
                </a:ext>
              </a:extLst>
            </p:cNvPr>
            <p:cNvSpPr/>
            <p:nvPr/>
          </p:nvSpPr>
          <p:spPr>
            <a:xfrm>
              <a:off x="2535586" y="4255690"/>
              <a:ext cx="109534" cy="117466"/>
            </a:xfrm>
            <a:prstGeom prst="flowChartDecisi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EC85972-B923-A621-A0A1-F4A7B41BF410}"/>
              </a:ext>
            </a:extLst>
          </p:cNvPr>
          <p:cNvGrpSpPr/>
          <p:nvPr/>
        </p:nvGrpSpPr>
        <p:grpSpPr>
          <a:xfrm rot="5400000">
            <a:off x="2321378" y="3231454"/>
            <a:ext cx="0" cy="805440"/>
            <a:chOff x="2082963" y="5546823"/>
            <a:chExt cx="0" cy="80544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34236D8-289B-EE31-7EB6-DE68821B9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5563CEE-BB4A-5E1B-182C-ECF5C36CB0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346E347-22BD-AA7D-10A7-EA893978AB0C}"/>
              </a:ext>
            </a:extLst>
          </p:cNvPr>
          <p:cNvGrpSpPr/>
          <p:nvPr/>
        </p:nvGrpSpPr>
        <p:grpSpPr>
          <a:xfrm rot="5400000">
            <a:off x="2144879" y="3836291"/>
            <a:ext cx="0" cy="805440"/>
            <a:chOff x="2082963" y="5546823"/>
            <a:chExt cx="0" cy="805440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2773DBC-A080-DAEC-D2FD-36FC002C5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1B5C069-CD76-14C1-4463-8FA3B54C1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81A4706-6B84-56DA-EF4C-CBB1152CC71A}"/>
              </a:ext>
            </a:extLst>
          </p:cNvPr>
          <p:cNvGrpSpPr/>
          <p:nvPr/>
        </p:nvGrpSpPr>
        <p:grpSpPr>
          <a:xfrm rot="5400000">
            <a:off x="1583196" y="3836291"/>
            <a:ext cx="0" cy="805440"/>
            <a:chOff x="2082963" y="5546823"/>
            <a:chExt cx="0" cy="805440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198D706-6AAB-59C1-47F4-EF4EBE860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C36DBEF-F2DE-22C6-C11B-D3F547BC9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69D3ADF-EA40-9E75-7373-0395842AD75A}"/>
              </a:ext>
            </a:extLst>
          </p:cNvPr>
          <p:cNvGrpSpPr/>
          <p:nvPr/>
        </p:nvGrpSpPr>
        <p:grpSpPr>
          <a:xfrm rot="5400000">
            <a:off x="1441618" y="3836291"/>
            <a:ext cx="0" cy="805440"/>
            <a:chOff x="2082963" y="5546823"/>
            <a:chExt cx="0" cy="805440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ED8D737-40D1-2E68-702F-51646054B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1A2C396-D7E6-944A-9704-D3B96646B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09C1B59-46D0-D17D-EAFB-F61F27F4F7D8}"/>
              </a:ext>
            </a:extLst>
          </p:cNvPr>
          <p:cNvGrpSpPr/>
          <p:nvPr/>
        </p:nvGrpSpPr>
        <p:grpSpPr>
          <a:xfrm rot="10800000">
            <a:off x="2476499" y="4157820"/>
            <a:ext cx="64143" cy="83187"/>
            <a:chOff x="2082963" y="5546823"/>
            <a:chExt cx="0" cy="805440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B277486-2BFD-3332-2E0B-32930B4332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A1D80E3-F8DD-B2AC-70B2-D49626663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88AB8AC-32B6-5078-4AB9-2B5BA936EEF7}"/>
              </a:ext>
            </a:extLst>
          </p:cNvPr>
          <p:cNvGrpSpPr/>
          <p:nvPr/>
        </p:nvGrpSpPr>
        <p:grpSpPr>
          <a:xfrm rot="5400000">
            <a:off x="1536365" y="6320066"/>
            <a:ext cx="0" cy="805440"/>
            <a:chOff x="2082963" y="5546823"/>
            <a:chExt cx="0" cy="805440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C90D5FD7-FD13-85DA-5AA6-94676502E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5546823"/>
              <a:ext cx="0" cy="54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73C8F2D-734B-9C6E-B938-A2FAC1F90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2963" y="6082263"/>
              <a:ext cx="0" cy="27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316B5CE-1063-AE5F-8BA7-23DE9FC9ACFF}"/>
              </a:ext>
            </a:extLst>
          </p:cNvPr>
          <p:cNvCxnSpPr>
            <a:cxnSpLocks/>
          </p:cNvCxnSpPr>
          <p:nvPr/>
        </p:nvCxnSpPr>
        <p:spPr>
          <a:xfrm flipV="1">
            <a:off x="1047913" y="4505423"/>
            <a:ext cx="0" cy="5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502D43B-81A5-4FA6-B3D1-7E5EE38D3073}"/>
              </a:ext>
            </a:extLst>
          </p:cNvPr>
          <p:cNvCxnSpPr>
            <a:cxnSpLocks/>
          </p:cNvCxnSpPr>
          <p:nvPr/>
        </p:nvCxnSpPr>
        <p:spPr>
          <a:xfrm flipV="1">
            <a:off x="1047913" y="423542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C834DCED-BE9D-4D43-F626-463A218248AA}"/>
              </a:ext>
            </a:extLst>
          </p:cNvPr>
          <p:cNvCxnSpPr>
            <a:cxnSpLocks/>
          </p:cNvCxnSpPr>
          <p:nvPr/>
        </p:nvCxnSpPr>
        <p:spPr>
          <a:xfrm flipV="1">
            <a:off x="1047913" y="5310863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D3AB434-7A83-6A34-34C7-382007E06562}"/>
              </a:ext>
            </a:extLst>
          </p:cNvPr>
          <p:cNvCxnSpPr>
            <a:cxnSpLocks/>
          </p:cNvCxnSpPr>
          <p:nvPr/>
        </p:nvCxnSpPr>
        <p:spPr>
          <a:xfrm flipV="1">
            <a:off x="1047913" y="5040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0DF1CD2-2DA9-EF03-2322-9E236A8DAFEB}"/>
              </a:ext>
            </a:extLst>
          </p:cNvPr>
          <p:cNvCxnSpPr>
            <a:cxnSpLocks/>
          </p:cNvCxnSpPr>
          <p:nvPr/>
        </p:nvCxnSpPr>
        <p:spPr>
          <a:xfrm flipV="1">
            <a:off x="1047913" y="5979876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328F41A-40C6-19BE-599E-CC34E4455C0D}"/>
              </a:ext>
            </a:extLst>
          </p:cNvPr>
          <p:cNvCxnSpPr>
            <a:cxnSpLocks/>
          </p:cNvCxnSpPr>
          <p:nvPr/>
        </p:nvCxnSpPr>
        <p:spPr>
          <a:xfrm flipV="1">
            <a:off x="1047913" y="5709876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79CCD83-BF2E-4329-DE78-082FD9C3BE69}"/>
              </a:ext>
            </a:extLst>
          </p:cNvPr>
          <p:cNvCxnSpPr>
            <a:cxnSpLocks/>
          </p:cNvCxnSpPr>
          <p:nvPr/>
        </p:nvCxnSpPr>
        <p:spPr>
          <a:xfrm flipV="1">
            <a:off x="1047913" y="6202244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EB3D183-AEA6-591F-B81D-8581B4B4620D}"/>
              </a:ext>
            </a:extLst>
          </p:cNvPr>
          <p:cNvCxnSpPr>
            <a:cxnSpLocks/>
          </p:cNvCxnSpPr>
          <p:nvPr/>
        </p:nvCxnSpPr>
        <p:spPr>
          <a:xfrm flipV="1">
            <a:off x="1047913" y="5929863"/>
            <a:ext cx="0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F506D36-9D5F-1604-FFF1-EDD29B5CCAD4}"/>
              </a:ext>
            </a:extLst>
          </p:cNvPr>
          <p:cNvCxnSpPr>
            <a:cxnSpLocks/>
          </p:cNvCxnSpPr>
          <p:nvPr/>
        </p:nvCxnSpPr>
        <p:spPr>
          <a:xfrm flipV="1">
            <a:off x="1047913" y="6547526"/>
            <a:ext cx="0" cy="516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2709EB8-0C87-B6BF-9B90-B132DD93CC48}"/>
              </a:ext>
            </a:extLst>
          </p:cNvPr>
          <p:cNvCxnSpPr>
            <a:cxnSpLocks/>
          </p:cNvCxnSpPr>
          <p:nvPr/>
        </p:nvCxnSpPr>
        <p:spPr>
          <a:xfrm flipV="1">
            <a:off x="1143163" y="6711951"/>
            <a:ext cx="0" cy="352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83DD448-F71C-3BE6-40B2-9B0E9C454F16}"/>
              </a:ext>
            </a:extLst>
          </p:cNvPr>
          <p:cNvSpPr/>
          <p:nvPr/>
        </p:nvSpPr>
        <p:spPr>
          <a:xfrm>
            <a:off x="1143114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45E25CD-8659-F9C0-555B-22A99967AB72}"/>
              </a:ext>
            </a:extLst>
          </p:cNvPr>
          <p:cNvSpPr/>
          <p:nvPr/>
        </p:nvSpPr>
        <p:spPr>
          <a:xfrm>
            <a:off x="791739" y="7064376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D33A1AE-0E98-05E7-A737-6868C1FCBA15}"/>
              </a:ext>
            </a:extLst>
          </p:cNvPr>
          <p:cNvCxnSpPr>
            <a:cxnSpLocks/>
          </p:cNvCxnSpPr>
          <p:nvPr/>
        </p:nvCxnSpPr>
        <p:spPr>
          <a:xfrm>
            <a:off x="5993302" y="6469595"/>
            <a:ext cx="268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Diamond 192">
            <a:extLst>
              <a:ext uri="{FF2B5EF4-FFF2-40B4-BE49-F238E27FC236}">
                <a16:creationId xmlns:a16="http://schemas.microsoft.com/office/drawing/2014/main" id="{42898AEE-EB58-1313-873A-E98830E54694}"/>
              </a:ext>
            </a:extLst>
          </p:cNvPr>
          <p:cNvSpPr/>
          <p:nvPr/>
        </p:nvSpPr>
        <p:spPr>
          <a:xfrm>
            <a:off x="5974148" y="7029003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4" name="Diamond 193">
            <a:extLst>
              <a:ext uri="{FF2B5EF4-FFF2-40B4-BE49-F238E27FC236}">
                <a16:creationId xmlns:a16="http://schemas.microsoft.com/office/drawing/2014/main" id="{2BEBB0BD-D4A6-0976-401D-68E8868DC606}"/>
              </a:ext>
            </a:extLst>
          </p:cNvPr>
          <p:cNvSpPr/>
          <p:nvPr/>
        </p:nvSpPr>
        <p:spPr>
          <a:xfrm>
            <a:off x="1504396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1E4078F5-A8A9-A60A-13FE-4DB87122FA02}"/>
              </a:ext>
            </a:extLst>
          </p:cNvPr>
          <p:cNvSpPr/>
          <p:nvPr/>
        </p:nvSpPr>
        <p:spPr>
          <a:xfrm>
            <a:off x="2267852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53135C6D-2B51-5AC7-1936-F994A60DFCB4}"/>
              </a:ext>
            </a:extLst>
          </p:cNvPr>
          <p:cNvSpPr/>
          <p:nvPr/>
        </p:nvSpPr>
        <p:spPr>
          <a:xfrm>
            <a:off x="4739708" y="706437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7" name="Diamond 196">
            <a:extLst>
              <a:ext uri="{FF2B5EF4-FFF2-40B4-BE49-F238E27FC236}">
                <a16:creationId xmlns:a16="http://schemas.microsoft.com/office/drawing/2014/main" id="{F9DF9C61-BC23-DA26-C0F8-3EAF13ADA660}"/>
              </a:ext>
            </a:extLst>
          </p:cNvPr>
          <p:cNvSpPr/>
          <p:nvPr/>
        </p:nvSpPr>
        <p:spPr>
          <a:xfrm>
            <a:off x="6339908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8" name="Diamond 197">
            <a:extLst>
              <a:ext uri="{FF2B5EF4-FFF2-40B4-BE49-F238E27FC236}">
                <a16:creationId xmlns:a16="http://schemas.microsoft.com/office/drawing/2014/main" id="{BFAC0B83-D7C7-D070-8134-EAB4B0E7DB4D}"/>
              </a:ext>
            </a:extLst>
          </p:cNvPr>
          <p:cNvSpPr/>
          <p:nvPr/>
        </p:nvSpPr>
        <p:spPr>
          <a:xfrm>
            <a:off x="3528128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9" name="Diamond 198">
            <a:extLst>
              <a:ext uri="{FF2B5EF4-FFF2-40B4-BE49-F238E27FC236}">
                <a16:creationId xmlns:a16="http://schemas.microsoft.com/office/drawing/2014/main" id="{297C9FF1-9A51-38C9-01A2-5E106CF679CA}"/>
              </a:ext>
            </a:extLst>
          </p:cNvPr>
          <p:cNvSpPr/>
          <p:nvPr/>
        </p:nvSpPr>
        <p:spPr>
          <a:xfrm>
            <a:off x="1399264" y="3269616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00" name="Diamond 199">
            <a:extLst>
              <a:ext uri="{FF2B5EF4-FFF2-40B4-BE49-F238E27FC236}">
                <a16:creationId xmlns:a16="http://schemas.microsoft.com/office/drawing/2014/main" id="{5EBDB256-D436-2E9B-938E-821B11A97931}"/>
              </a:ext>
            </a:extLst>
          </p:cNvPr>
          <p:cNvSpPr/>
          <p:nvPr/>
        </p:nvSpPr>
        <p:spPr>
          <a:xfrm>
            <a:off x="5974148" y="5547453"/>
            <a:ext cx="306949" cy="321526"/>
          </a:xfrm>
          <a:prstGeom prst="diamon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01" name="Flowchart: Decision 200">
            <a:extLst>
              <a:ext uri="{FF2B5EF4-FFF2-40B4-BE49-F238E27FC236}">
                <a16:creationId xmlns:a16="http://schemas.microsoft.com/office/drawing/2014/main" id="{A8B842AE-57BC-1FC5-0B9D-5565FC63B306}"/>
              </a:ext>
            </a:extLst>
          </p:cNvPr>
          <p:cNvSpPr/>
          <p:nvPr/>
        </p:nvSpPr>
        <p:spPr>
          <a:xfrm flipH="1" flipV="1">
            <a:off x="5993302" y="6637697"/>
            <a:ext cx="263008" cy="277369"/>
          </a:xfrm>
          <a:prstGeom prst="flowChartDecisi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F56A56A-801B-C855-1F6A-2BC37EB0DA69}"/>
              </a:ext>
            </a:extLst>
          </p:cNvPr>
          <p:cNvSpPr txBox="1"/>
          <p:nvPr/>
        </p:nvSpPr>
        <p:spPr>
          <a:xfrm>
            <a:off x="6256310" y="6331044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Alleys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2F80961-C59F-F7F6-F10A-E62E519119DB}"/>
              </a:ext>
            </a:extLst>
          </p:cNvPr>
          <p:cNvSpPr txBox="1"/>
          <p:nvPr/>
        </p:nvSpPr>
        <p:spPr>
          <a:xfrm>
            <a:off x="5656346" y="6086007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>
                <a:latin typeface="Leelawadee" panose="020B0502040204020203" pitchFamily="34" charset="-34"/>
                <a:cs typeface="Leelawadee" panose="020B0502040204020203" pitchFamily="34" charset="-34"/>
              </a:rPr>
              <a:t>not to scale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5D70FF2-338C-3B83-284E-8443B8B51936}"/>
              </a:ext>
            </a:extLst>
          </p:cNvPr>
          <p:cNvSpPr txBox="1"/>
          <p:nvPr/>
        </p:nvSpPr>
        <p:spPr>
          <a:xfrm>
            <a:off x="6256310" y="6666866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Dead ends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5A98799-BA3B-F8D2-5673-4516AB3693A5}"/>
              </a:ext>
            </a:extLst>
          </p:cNvPr>
          <p:cNvSpPr txBox="1"/>
          <p:nvPr/>
        </p:nvSpPr>
        <p:spPr>
          <a:xfrm>
            <a:off x="6256310" y="7039729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Light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B017A0F-56C8-87B4-4076-6F6149DA82D3}"/>
              </a:ext>
            </a:extLst>
          </p:cNvPr>
          <p:cNvSpPr/>
          <p:nvPr/>
        </p:nvSpPr>
        <p:spPr>
          <a:xfrm>
            <a:off x="6006460" y="7491469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8D3B173-5640-888F-2C3B-0AB891EC138A}"/>
              </a:ext>
            </a:extLst>
          </p:cNvPr>
          <p:cNvSpPr/>
          <p:nvPr/>
        </p:nvSpPr>
        <p:spPr>
          <a:xfrm>
            <a:off x="6000543" y="7883888"/>
            <a:ext cx="2561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8B0D9D1-5617-EA30-7C41-C6DD805503A1}"/>
              </a:ext>
            </a:extLst>
          </p:cNvPr>
          <p:cNvSpPr txBox="1"/>
          <p:nvPr/>
        </p:nvSpPr>
        <p:spPr>
          <a:xfrm>
            <a:off x="6256310" y="7487883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Start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B66AF02-D379-2012-3CDB-215EF03C2B4D}"/>
              </a:ext>
            </a:extLst>
          </p:cNvPr>
          <p:cNvSpPr txBox="1"/>
          <p:nvPr/>
        </p:nvSpPr>
        <p:spPr>
          <a:xfrm>
            <a:off x="6256310" y="7880601"/>
            <a:ext cx="1277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Leelawadee" panose="020B0502040204020203" pitchFamily="34" charset="-34"/>
                <a:cs typeface="Leelawadee" panose="020B0502040204020203" pitchFamily="34" charset="-34"/>
              </a:rPr>
              <a:t>Reward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7F7A199-F37D-F9E6-491E-38EF3AAAC69B}"/>
              </a:ext>
            </a:extLst>
          </p:cNvPr>
          <p:cNvSpPr txBox="1"/>
          <p:nvPr/>
        </p:nvSpPr>
        <p:spPr>
          <a:xfrm>
            <a:off x="485775" y="8543925"/>
            <a:ext cx="178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18 left turns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ADAB0B-C237-6E73-EC9F-87A9903E8F4E}"/>
              </a:ext>
            </a:extLst>
          </p:cNvPr>
          <p:cNvSpPr/>
          <p:nvPr/>
        </p:nvSpPr>
        <p:spPr>
          <a:xfrm>
            <a:off x="-1638299" y="6086007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C1F576-34EB-DE67-3EE4-432C8F9BD3BE}"/>
              </a:ext>
            </a:extLst>
          </p:cNvPr>
          <p:cNvSpPr/>
          <p:nvPr/>
        </p:nvSpPr>
        <p:spPr>
          <a:xfrm>
            <a:off x="-898525" y="546859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567CBC-698A-8420-953E-D6A4ECE0F59B}"/>
              </a:ext>
            </a:extLst>
          </p:cNvPr>
          <p:cNvSpPr/>
          <p:nvPr/>
        </p:nvSpPr>
        <p:spPr>
          <a:xfrm>
            <a:off x="2517814" y="6640231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046E30-1289-9A9B-59F4-5EE321B5046C}"/>
              </a:ext>
            </a:extLst>
          </p:cNvPr>
          <p:cNvSpPr/>
          <p:nvPr/>
        </p:nvSpPr>
        <p:spPr>
          <a:xfrm>
            <a:off x="3149931" y="5835651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FBD534-48B1-E5C1-54E6-2C92FE71B230}"/>
              </a:ext>
            </a:extLst>
          </p:cNvPr>
          <p:cNvSpPr/>
          <p:nvPr/>
        </p:nvSpPr>
        <p:spPr>
          <a:xfrm>
            <a:off x="3190755" y="504556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E86C83-F57D-9600-AD56-E0D57B609E14}"/>
              </a:ext>
            </a:extLst>
          </p:cNvPr>
          <p:cNvSpPr/>
          <p:nvPr/>
        </p:nvSpPr>
        <p:spPr>
          <a:xfrm>
            <a:off x="2476376" y="4254248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48AE88-4228-14F7-E291-7099549AB02F}"/>
              </a:ext>
            </a:extLst>
          </p:cNvPr>
          <p:cNvSpPr/>
          <p:nvPr/>
        </p:nvSpPr>
        <p:spPr>
          <a:xfrm>
            <a:off x="1832138" y="4254248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02DEC8-51D8-24E3-D2FA-81C3A25079D4}"/>
              </a:ext>
            </a:extLst>
          </p:cNvPr>
          <p:cNvSpPr/>
          <p:nvPr/>
        </p:nvSpPr>
        <p:spPr>
          <a:xfrm>
            <a:off x="1065213" y="6669395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30F82E-DA78-528F-A113-B61674FA2895}"/>
              </a:ext>
            </a:extLst>
          </p:cNvPr>
          <p:cNvSpPr/>
          <p:nvPr/>
        </p:nvSpPr>
        <p:spPr>
          <a:xfrm>
            <a:off x="925610" y="4152176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06526D-9112-181B-2466-0FAE0A4B5427}"/>
              </a:ext>
            </a:extLst>
          </p:cNvPr>
          <p:cNvSpPr/>
          <p:nvPr/>
        </p:nvSpPr>
        <p:spPr>
          <a:xfrm>
            <a:off x="4649223" y="5164741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2732EFE-E1E1-12C8-0A06-9B6D1836C209}"/>
              </a:ext>
            </a:extLst>
          </p:cNvPr>
          <p:cNvSpPr/>
          <p:nvPr/>
        </p:nvSpPr>
        <p:spPr>
          <a:xfrm>
            <a:off x="3988193" y="6637697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D979A4-1AF9-B943-B3F7-5F27359CF523}"/>
              </a:ext>
            </a:extLst>
          </p:cNvPr>
          <p:cNvSpPr/>
          <p:nvPr/>
        </p:nvSpPr>
        <p:spPr>
          <a:xfrm>
            <a:off x="2497016" y="5823289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37259C7-CD66-865A-7D70-0082868AC151}"/>
              </a:ext>
            </a:extLst>
          </p:cNvPr>
          <p:cNvSpPr/>
          <p:nvPr/>
        </p:nvSpPr>
        <p:spPr>
          <a:xfrm>
            <a:off x="2492255" y="4975619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AE56331-1FD1-6857-7ABE-E19F24FEE171}"/>
              </a:ext>
            </a:extLst>
          </p:cNvPr>
          <p:cNvSpPr/>
          <p:nvPr/>
        </p:nvSpPr>
        <p:spPr>
          <a:xfrm>
            <a:off x="1805804" y="6592654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A15AFAB-B68D-D527-C1FE-0E39EE688103}"/>
              </a:ext>
            </a:extLst>
          </p:cNvPr>
          <p:cNvSpPr/>
          <p:nvPr/>
        </p:nvSpPr>
        <p:spPr>
          <a:xfrm>
            <a:off x="-746125" y="562099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24EACF00-B865-E471-1D25-35E7644FA2CE}"/>
              </a:ext>
            </a:extLst>
          </p:cNvPr>
          <p:cNvSpPr/>
          <p:nvPr/>
        </p:nvSpPr>
        <p:spPr>
          <a:xfrm>
            <a:off x="2415277" y="410914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3ECD6466-A13A-E8CB-CC2E-61BB6748B0C2}"/>
              </a:ext>
            </a:extLst>
          </p:cNvPr>
          <p:cNvSpPr/>
          <p:nvPr/>
        </p:nvSpPr>
        <p:spPr>
          <a:xfrm>
            <a:off x="5330825" y="4348045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C2805FA-B9B9-60AC-2D16-24229CC02FD4}"/>
              </a:ext>
            </a:extLst>
          </p:cNvPr>
          <p:cNvSpPr/>
          <p:nvPr/>
        </p:nvSpPr>
        <p:spPr>
          <a:xfrm>
            <a:off x="4632166" y="4393376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6E3025C-A8FC-C9F4-B4A6-94E75869C759}"/>
              </a:ext>
            </a:extLst>
          </p:cNvPr>
          <p:cNvSpPr/>
          <p:nvPr/>
        </p:nvSpPr>
        <p:spPr>
          <a:xfrm>
            <a:off x="3988193" y="5164741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FED7C35C-EA93-7DCC-B30F-66A94EE2759C}"/>
              </a:ext>
            </a:extLst>
          </p:cNvPr>
          <p:cNvSpPr/>
          <p:nvPr/>
        </p:nvSpPr>
        <p:spPr>
          <a:xfrm>
            <a:off x="2443550" y="3975931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954A0175-96C5-047B-684E-630D4BFFB7E0}"/>
              </a:ext>
            </a:extLst>
          </p:cNvPr>
          <p:cNvSpPr/>
          <p:nvPr/>
        </p:nvSpPr>
        <p:spPr>
          <a:xfrm>
            <a:off x="5397497" y="407532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E08561E-56A9-8C67-6D76-51C0665E92D5}"/>
              </a:ext>
            </a:extLst>
          </p:cNvPr>
          <p:cNvSpPr/>
          <p:nvPr/>
        </p:nvSpPr>
        <p:spPr>
          <a:xfrm>
            <a:off x="6000543" y="4378694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F1F52AC-EB98-464B-E86E-5945FD8957C3}"/>
              </a:ext>
            </a:extLst>
          </p:cNvPr>
          <p:cNvSpPr/>
          <p:nvPr/>
        </p:nvSpPr>
        <p:spPr>
          <a:xfrm>
            <a:off x="4696333" y="4035170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F7DDE89-0439-6F6D-0EEF-D9DFF44A65CE}"/>
              </a:ext>
            </a:extLst>
          </p:cNvPr>
          <p:cNvSpPr/>
          <p:nvPr/>
        </p:nvSpPr>
        <p:spPr>
          <a:xfrm>
            <a:off x="5354748" y="5113145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F8423CC0-55CF-8CE7-4090-E8821E932620}"/>
              </a:ext>
            </a:extLst>
          </p:cNvPr>
          <p:cNvSpPr/>
          <p:nvPr/>
        </p:nvSpPr>
        <p:spPr>
          <a:xfrm>
            <a:off x="6699198" y="3517255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B43C8335-8C28-4CB7-C701-DFDD11455E49}"/>
              </a:ext>
            </a:extLst>
          </p:cNvPr>
          <p:cNvSpPr/>
          <p:nvPr/>
        </p:nvSpPr>
        <p:spPr>
          <a:xfrm>
            <a:off x="6699202" y="4367578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C882A4D-92FD-9CC9-7EAA-95245974121D}"/>
              </a:ext>
            </a:extLst>
          </p:cNvPr>
          <p:cNvSpPr/>
          <p:nvPr/>
        </p:nvSpPr>
        <p:spPr>
          <a:xfrm>
            <a:off x="6061701" y="5138943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FDFE94BF-AC39-E560-30B5-3BC398E9FD78}"/>
              </a:ext>
            </a:extLst>
          </p:cNvPr>
          <p:cNvSpPr/>
          <p:nvPr/>
        </p:nvSpPr>
        <p:spPr>
          <a:xfrm>
            <a:off x="3932224" y="4067915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555F73D8-426D-D1E9-9BC0-3C603D0CF804}"/>
              </a:ext>
            </a:extLst>
          </p:cNvPr>
          <p:cNvSpPr/>
          <p:nvPr/>
        </p:nvSpPr>
        <p:spPr>
          <a:xfrm>
            <a:off x="4757710" y="3486481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573C4F79-B436-7F30-5BBD-D84AF5727F9A}"/>
              </a:ext>
            </a:extLst>
          </p:cNvPr>
          <p:cNvSpPr/>
          <p:nvPr/>
        </p:nvSpPr>
        <p:spPr>
          <a:xfrm>
            <a:off x="5362580" y="3521128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B03E71D8-AAE5-71FC-AE48-CF549182EE2A}"/>
              </a:ext>
            </a:extLst>
          </p:cNvPr>
          <p:cNvSpPr/>
          <p:nvPr/>
        </p:nvSpPr>
        <p:spPr>
          <a:xfrm>
            <a:off x="6042283" y="3517255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71D729C-8066-9350-4730-363D9A05CFFE}"/>
              </a:ext>
            </a:extLst>
          </p:cNvPr>
          <p:cNvSpPr txBox="1"/>
          <p:nvPr/>
        </p:nvSpPr>
        <p:spPr>
          <a:xfrm>
            <a:off x="-1386340" y="4964284"/>
            <a:ext cx="178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right turns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417690F-3DCB-0D47-279C-523F04428BB3}"/>
              </a:ext>
            </a:extLst>
          </p:cNvPr>
          <p:cNvSpPr txBox="1"/>
          <p:nvPr/>
        </p:nvSpPr>
        <p:spPr>
          <a:xfrm>
            <a:off x="-2471426" y="5741124"/>
            <a:ext cx="178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left turns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1C464418-1617-7381-DB6A-80028FFDC8AD}"/>
              </a:ext>
            </a:extLst>
          </p:cNvPr>
          <p:cNvSpPr/>
          <p:nvPr/>
        </p:nvSpPr>
        <p:spPr>
          <a:xfrm>
            <a:off x="6059461" y="4054794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00BE872-6B4C-81F5-5C86-84372E669E18}"/>
              </a:ext>
            </a:extLst>
          </p:cNvPr>
          <p:cNvSpPr/>
          <p:nvPr/>
        </p:nvSpPr>
        <p:spPr>
          <a:xfrm>
            <a:off x="1848017" y="4009372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4C14CDE5-2E42-1D99-9513-1F6D216A40FC}"/>
              </a:ext>
            </a:extLst>
          </p:cNvPr>
          <p:cNvSpPr/>
          <p:nvPr/>
        </p:nvSpPr>
        <p:spPr>
          <a:xfrm>
            <a:off x="1853700" y="3509486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23BBBD86-1D05-E1C8-EF08-98749AAF2C4E}"/>
              </a:ext>
            </a:extLst>
          </p:cNvPr>
          <p:cNvSpPr/>
          <p:nvPr/>
        </p:nvSpPr>
        <p:spPr>
          <a:xfrm>
            <a:off x="3838449" y="3533356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5E9497E7-8AB5-36B0-C3EA-D8D2BF13000B}"/>
              </a:ext>
            </a:extLst>
          </p:cNvPr>
          <p:cNvSpPr/>
          <p:nvPr/>
        </p:nvSpPr>
        <p:spPr>
          <a:xfrm>
            <a:off x="3782728" y="4040851"/>
            <a:ext cx="180970" cy="209322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6364699B-41A3-F91B-C790-254C30D23D38}"/>
              </a:ext>
            </a:extLst>
          </p:cNvPr>
          <p:cNvSpPr/>
          <p:nvPr/>
        </p:nvSpPr>
        <p:spPr>
          <a:xfrm>
            <a:off x="3232151" y="4114033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1D0DD27-652B-B084-0140-2B0B2CDCA0A9}"/>
              </a:ext>
            </a:extLst>
          </p:cNvPr>
          <p:cNvSpPr/>
          <p:nvPr/>
        </p:nvSpPr>
        <p:spPr>
          <a:xfrm>
            <a:off x="3197613" y="4857359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BD7A05D-7004-8C58-8ECD-735F7332D786}"/>
              </a:ext>
            </a:extLst>
          </p:cNvPr>
          <p:cNvSpPr/>
          <p:nvPr/>
        </p:nvSpPr>
        <p:spPr>
          <a:xfrm>
            <a:off x="3911992" y="4885421"/>
            <a:ext cx="196849" cy="1577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82A6A7E-35B9-BB8F-E938-2F053BA5B442}"/>
              </a:ext>
            </a:extLst>
          </p:cNvPr>
          <p:cNvSpPr txBox="1"/>
          <p:nvPr/>
        </p:nvSpPr>
        <p:spPr>
          <a:xfrm>
            <a:off x="485775" y="8889207"/>
            <a:ext cx="178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18 left turns</a:t>
            </a:r>
          </a:p>
        </p:txBody>
      </p:sp>
    </p:spTree>
    <p:extLst>
      <p:ext uri="{BB962C8B-B14F-4D97-AF65-F5344CB8AC3E}">
        <p14:creationId xmlns:p14="http://schemas.microsoft.com/office/powerpoint/2010/main" val="1950697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1706</TotalTime>
  <Words>170</Words>
  <Application>Microsoft Office PowerPoint</Application>
  <PresentationFormat>A4 Paper (210x297 mm)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Leelawadee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Roddy Grieves</dc:creator>
  <cp:lastModifiedBy>Roddy Grieves</cp:lastModifiedBy>
  <cp:revision>1</cp:revision>
  <dcterms:created xsi:type="dcterms:W3CDTF">2025-04-03T10:18:13Z</dcterms:created>
  <dcterms:modified xsi:type="dcterms:W3CDTF">2025-08-28T15:14:48Z</dcterms:modified>
</cp:coreProperties>
</file>